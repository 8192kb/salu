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Lst>
  <p:notesMasterIdLst>
    <p:notesMasterId r:id="rId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notesMaster" Target="notesMasters/notesMaster1.xml"/><Relationship Id="rId9" Type="http://schemas.openxmlformats.org/officeDocument/2006/relationships/presProps" Target="presProps.xml"/><Relationship Id="rId10" Type="http://schemas.openxmlformats.org/officeDocument/2006/relationships/viewProps" Target="viewProps.xml"/><Relationship Id="rId11" Type="http://schemas.openxmlformats.org/officeDocument/2006/relationships/theme" Target="theme/theme1.xml"/><Relationship Id="rId1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발표 예시안이며 2026-10-10 현재 구현과 후속 계획을 구분합니다. 6주차에는 커트 기록과 경과를 디자이너 상담으로 연결하는 방향을 발표했습니다. 이번에는 기록을 시작할 때 로그인을 요구하기보다 먼저 개인 보관을 이용하고, 필요할 때 선택 자료로 상담하는 방향을 검토합니다. 기기 저장·백업·실제 상담은 아직 구현하지 않았습니다.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화면은 저장소 docs/screenshots의 실제 React 브라우저 캡처 일부입니다. 커트와 경과의 작성·수정, 자료 선택, 상대 지정, 과거 선택본을 보존하는 미리보기는 메모리 예시로 구현했습니다. 인증만 실제 Spring 서버와 연결되어 있습니다. 기록 영구 저장·사진 업로드·상담 전송·디자이너 답변은 미구현입니다. 근거: docs/features/FR01-current-state-review.md, docs/login.md, docs/prototype-plan.md. 기존 화면 검증을 기기 저장이나 실제 상담 검증으로 설명하지 않습니다.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왼쪽은 편집 가능한 도형으로 만든 신규 첫 화면의 설계 예시이며, 실제 앱 화면이나 기능 시연이 아닙니다. 커뮤니티 열람 API와 데이터는 현재 없습니다. 기기 저장도 미구현입니다. 재방문 때 기존 자료를 바로 찾을 수 있게 하고, 기록을 남기지 않는 사용자에게 회원가입을 반복해서 요구하지 않는 방향입니다. 기록 없이 질문부터 전송하는 정책은 별도 결정이며 이 첫 진입 제안으로 확정된 것이 아닙니다.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이 장은 제품 방향이며 실제 기기 저장·파일 복원·서버 백업·상담 전송·커뮤니티 작성은 미구현입니다. 로그인 자체로 전체 기록을 자동 업로드하지 않습니다. 상담은 선택한 내용의 사본을 보내며, 전체 기록 백업부터 강요하지 않는 방향입니다. 비공개 백업은 자동 동기화와 별개이고 상담·공개 동의와도 구분합니다. 기기의 보관함과 서버 계정별 자료의 수명을 나누며 공용 기기 접근·삭제·복원 충돌 정책은 구현 전에 결정해야 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7주차 필수 추천은 로그인 없는 텍스트 커트·경과 저장과 재접속 보존, 같은 자료로 기존 상담 준비에 이어지는 흐름입니다. 이 기준은 아직 통과 결과가 아니라 다음 목표입니다. 6주차에서 발표한 회원별 서버 DB 저장·타인 접근 차단 약속은 기기 저장 뒤로 순서를 조정했다고 설명해야 합니다. 파일 백업은 빈 보관함에 실제 가져와 복원할 수 있어야 완료입니다. 사진은 임시 blob 주소만으로 보존했다고 주장하지 않으며, 사진을 포함하는 경우 본체의 저장·재열람과 백업 제공 시 사진 복원까지 확인해야 합니다. 실제 상담과 서버 백업·설치형 앱은 이번 필수 범위로 확장하지 않습니다.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다음 발표는 7주차이며 8주차는 시험으로 발표가 없다는 사용자 확인을 반영했습니다. 정확한 발표일과 시험일은 아직 확인하지 않았습니다. 시험 주간을 개발 여유 한 주로 계산하지 않습니다. 이후 실제 디자이너 프로필·선택 파일 업로드·HTTP 상담 연결은 후보이며 완료 날짜는 저장 검증 후 작업량을 다시 추정합니다. 상담의 완료 증거는 고객과 디자이너 두 실제 계정이 선택 자료로 질문·답변하고 제3자와 미선택 기록 접근이 차단되는 것입니다. 후기·공개 사례·댓글·자동 동기화·실시간·앱 포장은 핵심 흐름 뒤에 필요성과 남은 기간을 보고 조정합니다.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slideLayout" Target="../slideLayouts/slideLayout1.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73A3A"/>
        </a:solidFill>
      </p:bgPr>
    </p:bg>
    <p:spTree>
      <p:nvGrpSpPr>
        <p:cNvPr id="1" name=""/>
        <p:cNvGrpSpPr/>
        <p:nvPr/>
      </p:nvGrpSpPr>
      <p:grpSpPr>
        <a:xfrm>
          <a:off x="0" y="0"/>
          <a:ext cx="0" cy="0"/>
          <a:chOff x="0" y="0"/>
          <a:chExt cx="0" cy="0"/>
        </a:xfrm>
      </p:grpSpPr>
      <p:sp>
        <p:nvSpPr>
          <p:cNvPr id="2" name="Text 0"/>
          <p:cNvSpPr/>
          <p:nvPr/>
        </p:nvSpPr>
        <p:spPr>
          <a:xfrm>
            <a:off x="640080" y="530352"/>
            <a:ext cx="2743200" cy="603504"/>
          </a:xfrm>
          <a:prstGeom prst="rect">
            <a:avLst/>
          </a:prstGeom>
          <a:noFill/>
          <a:ln/>
        </p:spPr>
        <p:txBody>
          <a:bodyPr wrap="square" lIns="0" tIns="0" rIns="0" bIns="0" rtlCol="0" anchor="ctr"/>
          <a:lstStyle/>
          <a:p>
            <a:pPr indent="0" marL="0">
              <a:buNone/>
            </a:pPr>
            <a:r>
              <a:rPr lang="ko-KR" altLang="en-US" sz="4000" b="1" dirty="0">
                <a:solidFill>
                  <a:srgbClr val="CDE9DC"/>
                </a:solidFill>
                <a:latin typeface="Noto Sans CJK KR" pitchFamily="34" charset="0"/>
                <a:ea typeface="Noto Sans CJK KR" pitchFamily="34" charset="-122"/>
                <a:cs typeface="Noto Sans CJK KR" pitchFamily="34" charset="-120"/>
              </a:rPr>
              <a:t>SALU</a:t>
            </a:r>
            <a:endParaRPr lang="ko-KR" sz="4000" dirty="0"/>
          </a:p>
        </p:txBody>
      </p:sp>
      <p:sp>
        <p:nvSpPr>
          <p:cNvPr id="3" name="Shape 1"/>
          <p:cNvSpPr/>
          <p:nvPr/>
        </p:nvSpPr>
        <p:spPr>
          <a:xfrm>
            <a:off x="8705088" y="676656"/>
            <a:ext cx="2834640" cy="301752"/>
          </a:xfrm>
          <a:prstGeom prst="roundRect">
            <a:avLst>
              <a:gd name="adj" fmla="val 39394"/>
            </a:avLst>
          </a:prstGeom>
          <a:solidFill>
            <a:srgbClr val="315554"/>
          </a:solidFill>
          <a:ln w="10160">
            <a:solidFill>
              <a:srgbClr val="315554"/>
            </a:solidFill>
            <a:prstDash val="solid"/>
          </a:ln>
        </p:spPr>
      </p:sp>
      <p:sp>
        <p:nvSpPr>
          <p:cNvPr id="4" name="Text 2"/>
          <p:cNvSpPr/>
          <p:nvPr/>
        </p:nvSpPr>
        <p:spPr>
          <a:xfrm>
            <a:off x="8778240" y="699516"/>
            <a:ext cx="2688336" cy="246888"/>
          </a:xfrm>
          <a:prstGeom prst="rect">
            <a:avLst/>
          </a:prstGeom>
          <a:noFill/>
          <a:ln/>
        </p:spPr>
        <p:txBody>
          <a:bodyPr wrap="square" lIns="0" tIns="0" rIns="0" bIns="0" rtlCol="0" anchor="ctr"/>
          <a:lstStyle/>
          <a:p>
            <a:pPr algn="ctr" indent="0" marL="0">
              <a:buNone/>
            </a:pPr>
            <a:r>
              <a:rPr lang="ko-KR" altLang="en-US" sz="1050" b="1" dirty="0">
                <a:solidFill>
                  <a:srgbClr val="DCECE7"/>
                </a:solidFill>
                <a:latin typeface="Noto Sans CJK KR" pitchFamily="34" charset="0"/>
                <a:ea typeface="Noto Sans CJK KR" pitchFamily="34" charset="-122"/>
                <a:cs typeface="Noto Sans CJK KR" pitchFamily="34" charset="-120"/>
              </a:rPr>
              <a:t>7주차 · 검증 전 예시안</a:t>
            </a:r>
            <a:endParaRPr lang="ko-KR" sz="1050" dirty="0"/>
          </a:p>
        </p:txBody>
      </p:sp>
      <p:sp>
        <p:nvSpPr>
          <p:cNvPr id="5" name="Text 3"/>
          <p:cNvSpPr/>
          <p:nvPr/>
        </p:nvSpPr>
        <p:spPr>
          <a:xfrm>
            <a:off x="640080" y="1874520"/>
            <a:ext cx="10881360" cy="1417320"/>
          </a:xfrm>
          <a:prstGeom prst="rect">
            <a:avLst/>
          </a:prstGeom>
          <a:noFill/>
          <a:ln/>
        </p:spPr>
        <p:txBody>
          <a:bodyPr wrap="square" lIns="0" tIns="0" rIns="0" bIns="0" rtlCol="0" anchor="ctr"/>
          <a:lstStyle/>
          <a:p>
            <a:pPr indent="0" marL="0">
              <a:buNone/>
            </a:pPr>
            <a:r>
              <a:rPr lang="ko-KR" altLang="en-US" sz="4100" b="1" dirty="0">
                <a:solidFill>
                  <a:srgbClr val="FFFFFF"/>
                </a:solidFill>
                <a:latin typeface="Noto Sans CJK KR" pitchFamily="34" charset="0"/>
                <a:ea typeface="Noto Sans CJK KR" pitchFamily="34" charset="-122"/>
                <a:cs typeface="Noto Sans CJK KR" pitchFamily="34" charset="-120"/>
              </a:rPr>
              <a:t>기록은 혼자 시작하고,</a:t>
            </a:r>
            <a:endParaRPr lang="ko-KR" sz="4100" dirty="0"/>
          </a:p>
          <a:p>
            <a:pPr indent="0" marL="0">
              <a:buNone/>
            </a:pPr>
            <a:r>
              <a:rPr lang="ko-KR" altLang="en-US" sz="4100" b="1" dirty="0">
                <a:solidFill>
                  <a:srgbClr val="FFFFFF"/>
                </a:solidFill>
                <a:latin typeface="Noto Sans CJK KR" pitchFamily="34" charset="0"/>
                <a:ea typeface="Noto Sans CJK KR" pitchFamily="34" charset="-122"/>
                <a:cs typeface="Noto Sans CJK KR" pitchFamily="34" charset="-120"/>
              </a:rPr>
              <a:t>필요할 때 상담으로</a:t>
            </a:r>
            <a:endParaRPr lang="ko-KR" sz="4100" dirty="0"/>
          </a:p>
        </p:txBody>
      </p:sp>
      <p:sp>
        <p:nvSpPr>
          <p:cNvPr id="6" name="Text 4"/>
          <p:cNvSpPr/>
          <p:nvPr/>
        </p:nvSpPr>
        <p:spPr>
          <a:xfrm>
            <a:off x="676656" y="3730752"/>
            <a:ext cx="10789920" cy="429768"/>
          </a:xfrm>
          <a:prstGeom prst="rect">
            <a:avLst/>
          </a:prstGeom>
          <a:noFill/>
          <a:ln/>
        </p:spPr>
        <p:txBody>
          <a:bodyPr wrap="square" lIns="0" tIns="0" rIns="0" bIns="0" rtlCol="0" anchor="ctr"/>
          <a:lstStyle/>
          <a:p>
            <a:pPr indent="0" marL="0">
              <a:buNone/>
            </a:pPr>
            <a:r>
              <a:rPr lang="ko-KR" altLang="en-US" sz="2100" dirty="0">
                <a:solidFill>
                  <a:srgbClr val="D7E7E2"/>
                </a:solidFill>
                <a:latin typeface="Noto Sans CJK KR" pitchFamily="34" charset="0"/>
                <a:ea typeface="Noto Sans CJK KR" pitchFamily="34" charset="-122"/>
                <a:cs typeface="Noto Sans CJK KR" pitchFamily="34" charset="-120"/>
              </a:rPr>
              <a:t>가입 부담 없이 남긴 변화가 다음 요청의 자료가 되도록</a:t>
            </a:r>
            <a:endParaRPr lang="ko-KR" sz="2100" dirty="0"/>
          </a:p>
        </p:txBody>
      </p:sp>
      <p:sp>
        <p:nvSpPr>
          <p:cNvPr id="7" name="Text 5"/>
          <p:cNvSpPr/>
          <p:nvPr/>
        </p:nvSpPr>
        <p:spPr>
          <a:xfrm>
            <a:off x="676656" y="5065776"/>
            <a:ext cx="466344" cy="329184"/>
          </a:xfrm>
          <a:prstGeom prst="rect">
            <a:avLst/>
          </a:prstGeom>
          <a:noFill/>
          <a:ln/>
        </p:spPr>
        <p:txBody>
          <a:bodyPr wrap="square" lIns="0" tIns="0" rIns="0" bIns="0" rtlCol="0" anchor="ctr"/>
          <a:lstStyle/>
          <a:p>
            <a:pPr indent="0" marL="0">
              <a:buNone/>
            </a:pPr>
            <a:r>
              <a:rPr lang="ko-KR" altLang="en-US" sz="1500" b="1" dirty="0">
                <a:solidFill>
                  <a:srgbClr val="A8C3BC"/>
                </a:solidFill>
                <a:latin typeface="Noto Sans CJK KR" pitchFamily="34" charset="0"/>
                <a:ea typeface="Noto Sans CJK KR" pitchFamily="34" charset="-122"/>
                <a:cs typeface="Noto Sans CJK KR" pitchFamily="34" charset="-120"/>
              </a:rPr>
              <a:t>01</a:t>
            </a:r>
            <a:endParaRPr lang="ko-KR" sz="1500" dirty="0"/>
          </a:p>
        </p:txBody>
      </p:sp>
      <p:sp>
        <p:nvSpPr>
          <p:cNvPr id="8" name="Text 6"/>
          <p:cNvSpPr/>
          <p:nvPr/>
        </p:nvSpPr>
        <p:spPr>
          <a:xfrm>
            <a:off x="1243584" y="5001768"/>
            <a:ext cx="2935224" cy="457200"/>
          </a:xfrm>
          <a:prstGeom prst="rect">
            <a:avLst/>
          </a:prstGeom>
          <a:noFill/>
          <a:ln/>
        </p:spPr>
        <p:txBody>
          <a:bodyPr wrap="square" lIns="0" tIns="0" rIns="0" bIns="0" rtlCol="0" anchor="ctr"/>
          <a:lstStyle/>
          <a:p>
            <a:pPr indent="0" marL="0">
              <a:buNone/>
            </a:pPr>
            <a:r>
              <a:rPr lang="ko-KR" altLang="en-US" sz="2200" b="1" dirty="0">
                <a:solidFill>
                  <a:srgbClr val="FFFFFF"/>
                </a:solidFill>
                <a:latin typeface="Noto Sans CJK KR" pitchFamily="34" charset="0"/>
                <a:ea typeface="Noto Sans CJK KR" pitchFamily="34" charset="-122"/>
                <a:cs typeface="Noto Sans CJK KR" pitchFamily="34" charset="-120"/>
              </a:rPr>
              <a:t>내 기기에 기록</a:t>
            </a:r>
            <a:endParaRPr lang="ko-KR" sz="2200" dirty="0"/>
          </a:p>
        </p:txBody>
      </p:sp>
      <p:sp>
        <p:nvSpPr>
          <p:cNvPr id="9" name="Text 7"/>
          <p:cNvSpPr/>
          <p:nvPr/>
        </p:nvSpPr>
        <p:spPr>
          <a:xfrm>
            <a:off x="4133088" y="5038344"/>
            <a:ext cx="365760" cy="365760"/>
          </a:xfrm>
          <a:prstGeom prst="rect">
            <a:avLst/>
          </a:prstGeom>
          <a:noFill/>
          <a:ln/>
        </p:spPr>
        <p:txBody>
          <a:bodyPr wrap="square" lIns="0" tIns="0" rIns="0" bIns="0" rtlCol="0" anchor="ctr"/>
          <a:lstStyle/>
          <a:p>
            <a:pPr indent="0" marL="0">
              <a:buNone/>
            </a:pPr>
            <a:r>
              <a:rPr lang="ko-KR" altLang="en-US" sz="2100" dirty="0">
                <a:solidFill>
                  <a:srgbClr val="A8C3BC"/>
                </a:solidFill>
                <a:latin typeface="Noto Sans CJK KR" pitchFamily="34" charset="0"/>
                <a:ea typeface="Noto Sans CJK KR" pitchFamily="34" charset="-122"/>
                <a:cs typeface="Noto Sans CJK KR" pitchFamily="34" charset="-120"/>
              </a:rPr>
              <a:t>→</a:t>
            </a:r>
            <a:endParaRPr lang="ko-KR" sz="2100" dirty="0"/>
          </a:p>
        </p:txBody>
      </p:sp>
      <p:sp>
        <p:nvSpPr>
          <p:cNvPr id="10" name="Text 8"/>
          <p:cNvSpPr/>
          <p:nvPr/>
        </p:nvSpPr>
        <p:spPr>
          <a:xfrm>
            <a:off x="4489704" y="5065776"/>
            <a:ext cx="466344" cy="329184"/>
          </a:xfrm>
          <a:prstGeom prst="rect">
            <a:avLst/>
          </a:prstGeom>
          <a:noFill/>
          <a:ln/>
        </p:spPr>
        <p:txBody>
          <a:bodyPr wrap="square" lIns="0" tIns="0" rIns="0" bIns="0" rtlCol="0" anchor="ctr"/>
          <a:lstStyle/>
          <a:p>
            <a:pPr indent="0" marL="0">
              <a:buNone/>
            </a:pPr>
            <a:r>
              <a:rPr lang="ko-KR" altLang="en-US" sz="1500" b="1" dirty="0">
                <a:solidFill>
                  <a:srgbClr val="A8C3BC"/>
                </a:solidFill>
                <a:latin typeface="Noto Sans CJK KR" pitchFamily="34" charset="0"/>
                <a:ea typeface="Noto Sans CJK KR" pitchFamily="34" charset="-122"/>
                <a:cs typeface="Noto Sans CJK KR" pitchFamily="34" charset="-120"/>
              </a:rPr>
              <a:t>02</a:t>
            </a:r>
            <a:endParaRPr lang="ko-KR" sz="1500" dirty="0"/>
          </a:p>
        </p:txBody>
      </p:sp>
      <p:sp>
        <p:nvSpPr>
          <p:cNvPr id="11" name="Text 9"/>
          <p:cNvSpPr/>
          <p:nvPr/>
        </p:nvSpPr>
        <p:spPr>
          <a:xfrm>
            <a:off x="5056632" y="5001768"/>
            <a:ext cx="2935224" cy="457200"/>
          </a:xfrm>
          <a:prstGeom prst="rect">
            <a:avLst/>
          </a:prstGeom>
          <a:noFill/>
          <a:ln/>
        </p:spPr>
        <p:txBody>
          <a:bodyPr wrap="square" lIns="0" tIns="0" rIns="0" bIns="0" rtlCol="0" anchor="ctr"/>
          <a:lstStyle/>
          <a:p>
            <a:pPr indent="0" marL="0">
              <a:buNone/>
            </a:pPr>
            <a:r>
              <a:rPr lang="ko-KR" altLang="en-US" sz="2200" b="1" dirty="0">
                <a:solidFill>
                  <a:srgbClr val="FFFFFF"/>
                </a:solidFill>
                <a:latin typeface="Noto Sans CJK KR" pitchFamily="34" charset="0"/>
                <a:ea typeface="Noto Sans CJK KR" pitchFamily="34" charset="-122"/>
                <a:cs typeface="Noto Sans CJK KR" pitchFamily="34" charset="-120"/>
              </a:rPr>
              <a:t>필요한 자료 선택</a:t>
            </a:r>
            <a:endParaRPr lang="ko-KR" sz="2200" dirty="0"/>
          </a:p>
        </p:txBody>
      </p:sp>
      <p:sp>
        <p:nvSpPr>
          <p:cNvPr id="12" name="Text 10"/>
          <p:cNvSpPr/>
          <p:nvPr/>
        </p:nvSpPr>
        <p:spPr>
          <a:xfrm>
            <a:off x="7946136" y="5038344"/>
            <a:ext cx="365760" cy="365760"/>
          </a:xfrm>
          <a:prstGeom prst="rect">
            <a:avLst/>
          </a:prstGeom>
          <a:noFill/>
          <a:ln/>
        </p:spPr>
        <p:txBody>
          <a:bodyPr wrap="square" lIns="0" tIns="0" rIns="0" bIns="0" rtlCol="0" anchor="ctr"/>
          <a:lstStyle/>
          <a:p>
            <a:pPr indent="0" marL="0">
              <a:buNone/>
            </a:pPr>
            <a:r>
              <a:rPr lang="ko-KR" altLang="en-US" sz="2100" dirty="0">
                <a:solidFill>
                  <a:srgbClr val="A8C3BC"/>
                </a:solidFill>
                <a:latin typeface="Noto Sans CJK KR" pitchFamily="34" charset="0"/>
                <a:ea typeface="Noto Sans CJK KR" pitchFamily="34" charset="-122"/>
                <a:cs typeface="Noto Sans CJK KR" pitchFamily="34" charset="-120"/>
              </a:rPr>
              <a:t>→</a:t>
            </a:r>
            <a:endParaRPr lang="ko-KR" sz="2100" dirty="0"/>
          </a:p>
        </p:txBody>
      </p:sp>
      <p:sp>
        <p:nvSpPr>
          <p:cNvPr id="13" name="Text 11"/>
          <p:cNvSpPr/>
          <p:nvPr/>
        </p:nvSpPr>
        <p:spPr>
          <a:xfrm>
            <a:off x="8302752" y="5065776"/>
            <a:ext cx="466344" cy="329184"/>
          </a:xfrm>
          <a:prstGeom prst="rect">
            <a:avLst/>
          </a:prstGeom>
          <a:noFill/>
          <a:ln/>
        </p:spPr>
        <p:txBody>
          <a:bodyPr wrap="square" lIns="0" tIns="0" rIns="0" bIns="0" rtlCol="0" anchor="ctr"/>
          <a:lstStyle/>
          <a:p>
            <a:pPr indent="0" marL="0">
              <a:buNone/>
            </a:pPr>
            <a:r>
              <a:rPr lang="ko-KR" altLang="en-US" sz="1500" b="1" dirty="0">
                <a:solidFill>
                  <a:srgbClr val="A8C3BC"/>
                </a:solidFill>
                <a:latin typeface="Noto Sans CJK KR" pitchFamily="34" charset="0"/>
                <a:ea typeface="Noto Sans CJK KR" pitchFamily="34" charset="-122"/>
                <a:cs typeface="Noto Sans CJK KR" pitchFamily="34" charset="-120"/>
              </a:rPr>
              <a:t>03</a:t>
            </a:r>
            <a:endParaRPr lang="ko-KR" sz="1500" dirty="0"/>
          </a:p>
        </p:txBody>
      </p:sp>
      <p:sp>
        <p:nvSpPr>
          <p:cNvPr id="14" name="Text 12"/>
          <p:cNvSpPr/>
          <p:nvPr/>
        </p:nvSpPr>
        <p:spPr>
          <a:xfrm>
            <a:off x="8869680" y="5001768"/>
            <a:ext cx="2935224" cy="457200"/>
          </a:xfrm>
          <a:prstGeom prst="rect">
            <a:avLst/>
          </a:prstGeom>
          <a:noFill/>
          <a:ln/>
        </p:spPr>
        <p:txBody>
          <a:bodyPr wrap="square" lIns="0" tIns="0" rIns="0" bIns="0" rtlCol="0" anchor="ctr"/>
          <a:lstStyle/>
          <a:p>
            <a:pPr indent="0" marL="0">
              <a:buNone/>
            </a:pPr>
            <a:r>
              <a:rPr lang="ko-KR" altLang="en-US" sz="2200" b="1" dirty="0">
                <a:solidFill>
                  <a:srgbClr val="FFFFFF"/>
                </a:solidFill>
                <a:latin typeface="Noto Sans CJK KR" pitchFamily="34" charset="0"/>
                <a:ea typeface="Noto Sans CJK KR" pitchFamily="34" charset="-122"/>
                <a:cs typeface="Noto Sans CJK KR" pitchFamily="34" charset="-120"/>
              </a:rPr>
              <a:t>디자이너와 소통</a:t>
            </a:r>
            <a:endParaRPr lang="ko-KR" sz="2200" dirty="0"/>
          </a:p>
        </p:txBody>
      </p:sp>
      <p:sp>
        <p:nvSpPr>
          <p:cNvPr id="15" name="Shape 13"/>
          <p:cNvSpPr/>
          <p:nvPr/>
        </p:nvSpPr>
        <p:spPr>
          <a:xfrm>
            <a:off x="548640" y="6428232"/>
            <a:ext cx="11082528" cy="0"/>
          </a:xfrm>
          <a:prstGeom prst="line">
            <a:avLst/>
          </a:prstGeom>
          <a:noFill/>
          <a:ln w="16510">
            <a:solidFill>
              <a:srgbClr val="315554"/>
            </a:solidFill>
            <a:prstDash val="solid"/>
            <a:headEnd type="none"/>
            <a:tailEnd type="none"/>
          </a:ln>
        </p:spPr>
      </p:sp>
      <p:sp>
        <p:nvSpPr>
          <p:cNvPr id="16" name="Text 14"/>
          <p:cNvSpPr/>
          <p:nvPr/>
        </p:nvSpPr>
        <p:spPr>
          <a:xfrm>
            <a:off x="585216" y="6501384"/>
            <a:ext cx="8961120" cy="182880"/>
          </a:xfrm>
          <a:prstGeom prst="rect">
            <a:avLst/>
          </a:prstGeom>
          <a:noFill/>
          <a:ln/>
        </p:spPr>
        <p:txBody>
          <a:bodyPr wrap="square" lIns="0" tIns="0" rIns="0" bIns="0" rtlCol="0" anchor="ctr"/>
          <a:lstStyle/>
          <a:p>
            <a:pPr indent="0" marL="0">
              <a:buNone/>
            </a:pPr>
            <a:r>
              <a:rPr lang="ko-KR" altLang="en-US" sz="1000" dirty="0">
                <a:solidFill>
                  <a:srgbClr val="A8C3BC"/>
                </a:solidFill>
                <a:latin typeface="Noto Sans CJK KR" pitchFamily="34" charset="0"/>
                <a:ea typeface="Noto Sans CJK KR" pitchFamily="34" charset="-122"/>
                <a:cs typeface="Noto Sans CJK KR" pitchFamily="34" charset="-120"/>
              </a:rPr>
              <a:t>검증 전 발표 예시안  ·  2026.10.10 작성</a:t>
            </a:r>
            <a:endParaRPr lang="ko-KR" sz="1000" dirty="0"/>
          </a:p>
        </p:txBody>
      </p:sp>
      <p:sp>
        <p:nvSpPr>
          <p:cNvPr id="17" name="Text 15"/>
          <p:cNvSpPr/>
          <p:nvPr/>
        </p:nvSpPr>
        <p:spPr>
          <a:xfrm>
            <a:off x="10607040" y="6501384"/>
            <a:ext cx="969264" cy="182880"/>
          </a:xfrm>
          <a:prstGeom prst="rect">
            <a:avLst/>
          </a:prstGeom>
          <a:noFill/>
          <a:ln/>
        </p:spPr>
        <p:txBody>
          <a:bodyPr wrap="square" lIns="0" tIns="0" rIns="0" bIns="0" rtlCol="0" anchor="ctr"/>
          <a:lstStyle/>
          <a:p>
            <a:pPr algn="r" indent="0" marL="0">
              <a:buNone/>
            </a:pPr>
            <a:r>
              <a:rPr lang="ko-KR" altLang="en-US" sz="1000" dirty="0">
                <a:solidFill>
                  <a:srgbClr val="A8C3BC"/>
                </a:solidFill>
                <a:latin typeface="Noto Sans CJK KR" pitchFamily="34" charset="0"/>
                <a:ea typeface="Noto Sans CJK KR" pitchFamily="34" charset="-122"/>
                <a:cs typeface="Noto Sans CJK KR" pitchFamily="34" charset="-120"/>
              </a:rPr>
              <a:t>01 / 06</a:t>
            </a:r>
            <a:endParaRPr lang="ko-KR"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8FAF9"/>
        </a:solidFill>
      </p:bgPr>
    </p:bg>
    <p:spTree>
      <p:nvGrpSpPr>
        <p:cNvPr id="1" name=""/>
        <p:cNvGrpSpPr/>
        <p:nvPr/>
      </p:nvGrpSpPr>
      <p:grpSpPr>
        <a:xfrm>
          <a:off x="0" y="0"/>
          <a:ext cx="0" cy="0"/>
          <a:chOff x="0" y="0"/>
          <a:chExt cx="0" cy="0"/>
        </a:xfrm>
      </p:grpSpPr>
      <p:sp>
        <p:nvSpPr>
          <p:cNvPr id="2" name="Text 0"/>
          <p:cNvSpPr/>
          <p:nvPr/>
        </p:nvSpPr>
        <p:spPr>
          <a:xfrm>
            <a:off x="585216" y="365760"/>
            <a:ext cx="1554480" cy="292608"/>
          </a:xfrm>
          <a:prstGeom prst="rect">
            <a:avLst/>
          </a:prstGeom>
          <a:noFill/>
          <a:ln/>
        </p:spPr>
        <p:txBody>
          <a:bodyPr wrap="square" lIns="0" tIns="0" rIns="0" bIns="0" rtlCol="0" anchor="ctr"/>
          <a:lstStyle/>
          <a:p>
            <a:pPr indent="0" marL="0">
              <a:buNone/>
            </a:pPr>
            <a:r>
              <a:rPr lang="ko-KR" altLang="en-US" sz="1700" b="1" dirty="0">
                <a:solidFill>
                  <a:srgbClr val="3C57B5"/>
                </a:solidFill>
                <a:latin typeface="Noto Sans CJK KR" pitchFamily="34" charset="0"/>
                <a:ea typeface="Noto Sans CJK KR" pitchFamily="34" charset="-122"/>
                <a:cs typeface="Noto Sans CJK KR" pitchFamily="34" charset="-120"/>
              </a:rPr>
              <a:t>SALU</a:t>
            </a:r>
            <a:endParaRPr lang="ko-KR" sz="1700" dirty="0"/>
          </a:p>
        </p:txBody>
      </p:sp>
      <p:sp>
        <p:nvSpPr>
          <p:cNvPr id="3" name="Shape 1"/>
          <p:cNvSpPr/>
          <p:nvPr/>
        </p:nvSpPr>
        <p:spPr>
          <a:xfrm>
            <a:off x="9381744" y="365760"/>
            <a:ext cx="2221992" cy="301752"/>
          </a:xfrm>
          <a:prstGeom prst="roundRect">
            <a:avLst>
              <a:gd name="adj" fmla="val 39394"/>
            </a:avLst>
          </a:prstGeom>
          <a:solidFill>
            <a:srgbClr val="E8F2EE"/>
          </a:solidFill>
          <a:ln w="10160">
            <a:solidFill>
              <a:srgbClr val="E8F2EE"/>
            </a:solidFill>
            <a:prstDash val="solid"/>
          </a:ln>
        </p:spPr>
      </p:sp>
      <p:sp>
        <p:nvSpPr>
          <p:cNvPr id="4" name="Text 2"/>
          <p:cNvSpPr/>
          <p:nvPr/>
        </p:nvSpPr>
        <p:spPr>
          <a:xfrm>
            <a:off x="9454896" y="388620"/>
            <a:ext cx="2075688" cy="246888"/>
          </a:xfrm>
          <a:prstGeom prst="rect">
            <a:avLst/>
          </a:prstGeom>
          <a:noFill/>
          <a:ln/>
        </p:spPr>
        <p:txBody>
          <a:bodyPr wrap="square" lIns="0" tIns="0" rIns="0" bIns="0" rtlCol="0" anchor="ctr"/>
          <a:lstStyle/>
          <a:p>
            <a:pPr algn="ctr" indent="0" marL="0">
              <a:buNone/>
            </a:pPr>
            <a:r>
              <a:rPr lang="ko-KR" altLang="en-US" sz="1050" b="1" dirty="0">
                <a:solidFill>
                  <a:srgbClr val="155E59"/>
                </a:solidFill>
                <a:latin typeface="Noto Sans CJK KR" pitchFamily="34" charset="0"/>
                <a:ea typeface="Noto Sans CJK KR" pitchFamily="34" charset="-122"/>
                <a:cs typeface="Noto Sans CJK KR" pitchFamily="34" charset="-120"/>
              </a:rPr>
              <a:t>현재 구현 · 저장은 예시</a:t>
            </a:r>
            <a:endParaRPr lang="ko-KR" sz="1050" dirty="0"/>
          </a:p>
        </p:txBody>
      </p:sp>
      <p:sp>
        <p:nvSpPr>
          <p:cNvPr id="5" name="Text 3"/>
          <p:cNvSpPr/>
          <p:nvPr/>
        </p:nvSpPr>
        <p:spPr>
          <a:xfrm>
            <a:off x="585216" y="950976"/>
            <a:ext cx="11064240" cy="539496"/>
          </a:xfrm>
          <a:prstGeom prst="rect">
            <a:avLst/>
          </a:prstGeom>
          <a:noFill/>
          <a:ln/>
        </p:spPr>
        <p:txBody>
          <a:bodyPr wrap="square" lIns="0" tIns="0" rIns="0" bIns="0" rtlCol="0" anchor="ctr"/>
          <a:lstStyle/>
          <a:p>
            <a:pPr indent="0" marL="0">
              <a:buNone/>
            </a:pPr>
            <a:r>
              <a:rPr lang="ko-KR" altLang="en-US" sz="3000" b="1" dirty="0">
                <a:solidFill>
                  <a:srgbClr val="202A3E"/>
                </a:solidFill>
                <a:latin typeface="Noto Sans CJK KR" pitchFamily="34" charset="0"/>
                <a:ea typeface="Noto Sans CJK KR" pitchFamily="34" charset="-122"/>
                <a:cs typeface="Noto Sans CJK KR" pitchFamily="34" charset="-120"/>
              </a:rPr>
              <a:t>현재는 기록에서 상담 준비까지 연결했습니다</a:t>
            </a:r>
            <a:endParaRPr lang="ko-KR" sz="3000" dirty="0"/>
          </a:p>
        </p:txBody>
      </p:sp>
      <p:sp>
        <p:nvSpPr>
          <p:cNvPr id="6" name="Text 4"/>
          <p:cNvSpPr/>
          <p:nvPr/>
        </p:nvSpPr>
        <p:spPr>
          <a:xfrm>
            <a:off x="603504" y="1609344"/>
            <a:ext cx="10972800" cy="347472"/>
          </a:xfrm>
          <a:prstGeom prst="rect">
            <a:avLst/>
          </a:prstGeom>
          <a:noFill/>
          <a:ln/>
        </p:spPr>
        <p:txBody>
          <a:bodyPr wrap="square" lIns="0" tIns="0" rIns="0" bIns="0" rtlCol="0" anchor="ctr"/>
          <a:lstStyle/>
          <a:p>
            <a:pPr indent="0" marL="0">
              <a:buNone/>
            </a:pPr>
            <a:r>
              <a:rPr lang="ko-KR" altLang="en-US" sz="1450" dirty="0">
                <a:solidFill>
                  <a:srgbClr val="646C7D"/>
                </a:solidFill>
                <a:latin typeface="Noto Sans CJK KR" pitchFamily="34" charset="0"/>
                <a:ea typeface="Noto Sans CJK KR" pitchFamily="34" charset="-122"/>
                <a:cs typeface="Noto Sans CJK KR" pitchFamily="34" charset="-120"/>
              </a:rPr>
              <a:t>실제 React 화면 캡처  ·  화면 속 기록·사진·인물은 메모리 예시</a:t>
            </a:r>
            <a:endParaRPr lang="ko-KR" sz="1450" dirty="0"/>
          </a:p>
        </p:txBody>
      </p:sp>
      <p:sp>
        <p:nvSpPr>
          <p:cNvPr id="7" name="Shape 5"/>
          <p:cNvSpPr/>
          <p:nvPr/>
        </p:nvSpPr>
        <p:spPr>
          <a:xfrm>
            <a:off x="548640" y="6428232"/>
            <a:ext cx="11082528" cy="0"/>
          </a:xfrm>
          <a:prstGeom prst="line">
            <a:avLst/>
          </a:prstGeom>
          <a:noFill/>
          <a:ln w="16510">
            <a:solidFill>
              <a:srgbClr val="D9E4E0"/>
            </a:solidFill>
            <a:prstDash val="solid"/>
            <a:headEnd type="none"/>
            <a:tailEnd type="none"/>
          </a:ln>
        </p:spPr>
      </p:sp>
      <p:sp>
        <p:nvSpPr>
          <p:cNvPr id="8" name="Text 6"/>
          <p:cNvSpPr/>
          <p:nvPr/>
        </p:nvSpPr>
        <p:spPr>
          <a:xfrm>
            <a:off x="585216" y="6501384"/>
            <a:ext cx="8961120" cy="182880"/>
          </a:xfrm>
          <a:prstGeom prst="rect">
            <a:avLst/>
          </a:prstGeom>
          <a:noFill/>
          <a:ln/>
        </p:spPr>
        <p:txBody>
          <a:bodyPr wrap="square" lIns="0" tIns="0" rIns="0" bIns="0" rtlCol="0" anchor="ctr"/>
          <a:lstStyle/>
          <a:p>
            <a:pPr indent="0" marL="0">
              <a:buNone/>
            </a:pPr>
            <a:r>
              <a:rPr lang="ko-KR" altLang="en-US" sz="1000" dirty="0">
                <a:solidFill>
                  <a:srgbClr val="646C7D"/>
                </a:solidFill>
                <a:latin typeface="Noto Sans CJK KR" pitchFamily="34" charset="0"/>
                <a:ea typeface="Noto Sans CJK KR" pitchFamily="34" charset="-122"/>
                <a:cs typeface="Noto Sans CJK KR" pitchFamily="34" charset="-120"/>
              </a:rPr>
              <a:t>검증 전 발표 예시안  ·  2026.10.10 작성</a:t>
            </a:r>
            <a:endParaRPr lang="ko-KR" sz="1000" dirty="0"/>
          </a:p>
        </p:txBody>
      </p:sp>
      <p:sp>
        <p:nvSpPr>
          <p:cNvPr id="9" name="Text 7"/>
          <p:cNvSpPr/>
          <p:nvPr/>
        </p:nvSpPr>
        <p:spPr>
          <a:xfrm>
            <a:off x="10607040" y="6501384"/>
            <a:ext cx="969264" cy="182880"/>
          </a:xfrm>
          <a:prstGeom prst="rect">
            <a:avLst/>
          </a:prstGeom>
          <a:noFill/>
          <a:ln/>
        </p:spPr>
        <p:txBody>
          <a:bodyPr wrap="square" lIns="0" tIns="0" rIns="0" bIns="0" rtlCol="0" anchor="ctr"/>
          <a:lstStyle/>
          <a:p>
            <a:pPr algn="r" indent="0" marL="0">
              <a:buNone/>
            </a:pPr>
            <a:r>
              <a:rPr lang="ko-KR" altLang="en-US" sz="1000" dirty="0">
                <a:solidFill>
                  <a:srgbClr val="646C7D"/>
                </a:solidFill>
                <a:latin typeface="Noto Sans CJK KR" pitchFamily="34" charset="0"/>
                <a:ea typeface="Noto Sans CJK KR" pitchFamily="34" charset="-122"/>
                <a:cs typeface="Noto Sans CJK KR" pitchFamily="34" charset="-120"/>
              </a:rPr>
              <a:t>02 / 06</a:t>
            </a:r>
            <a:endParaRPr lang="ko-KR" sz="1000" dirty="0"/>
          </a:p>
        </p:txBody>
      </p:sp>
      <p:sp>
        <p:nvSpPr>
          <p:cNvPr id="10" name="Shape 8"/>
          <p:cNvSpPr/>
          <p:nvPr/>
        </p:nvSpPr>
        <p:spPr>
          <a:xfrm>
            <a:off x="598932" y="2253996"/>
            <a:ext cx="2103120" cy="3511296"/>
          </a:xfrm>
          <a:prstGeom prst="rect">
            <a:avLst>
              <a:gd name="adj" fmla="val 5652"/>
            </a:avLst>
          </a:prstGeom>
          <a:solidFill>
            <a:srgbClr val="FFFFFF"/>
          </a:solidFill>
          <a:ln w="10160">
            <a:solidFill>
              <a:srgbClr val="D9E4E0"/>
            </a:solidFill>
            <a:prstDash val="solid"/>
          </a:ln>
        </p:spPr>
      </p:sp>
      <p:pic>
        <p:nvPicPr>
          <p:cNvPr id="11" name="Image 0" descr="가상 커트 기록과 경과의 실제 React 캡처 일부">    </p:cNvPr>
          <p:cNvPicPr>
            <a:picLocks noChangeAspect="1"/>
          </p:cNvPicPr>
          <p:nvPr/>
        </p:nvPicPr>
        <p:blipFill>
          <a:blip r:embed="rId1"/>
          <a:srcRect l="0" r="0" t="20000" b="46288"/>
          <a:stretch/>
        </p:blipFill>
        <p:spPr>
          <a:xfrm>
            <a:off x="640080" y="2295144"/>
            <a:ext cx="2020824" cy="3429000"/>
          </a:xfrm>
          <a:prstGeom prst="rect">
            <a:avLst/>
          </a:prstGeom>
        </p:spPr>
      </p:pic>
      <p:sp>
        <p:nvSpPr>
          <p:cNvPr id="12" name="Shape 9"/>
          <p:cNvSpPr/>
          <p:nvPr/>
        </p:nvSpPr>
        <p:spPr>
          <a:xfrm>
            <a:off x="2866644" y="2253996"/>
            <a:ext cx="2103120" cy="3511296"/>
          </a:xfrm>
          <a:prstGeom prst="rect">
            <a:avLst>
              <a:gd name="adj" fmla="val 5652"/>
            </a:avLst>
          </a:prstGeom>
          <a:solidFill>
            <a:srgbClr val="FFFFFF"/>
          </a:solidFill>
          <a:ln w="10160">
            <a:solidFill>
              <a:srgbClr val="D9E4E0"/>
            </a:solidFill>
            <a:prstDash val="solid"/>
          </a:ln>
        </p:spPr>
      </p:sp>
      <p:pic>
        <p:nvPicPr>
          <p:cNvPr id="13" name="Image 1" descr="실제 전송 전 상담 요청 미리보기의 React 캡처 일부">    </p:cNvPr>
          <p:cNvPicPr>
            <a:picLocks noChangeAspect="1"/>
          </p:cNvPicPr>
          <p:nvPr/>
        </p:nvPicPr>
        <p:blipFill>
          <a:blip r:embed="rId2"/>
          <a:srcRect l="0" r="0" t="9000" b="57961"/>
          <a:stretch/>
        </p:blipFill>
        <p:spPr>
          <a:xfrm>
            <a:off x="2907792" y="2295144"/>
            <a:ext cx="2020824" cy="3429000"/>
          </a:xfrm>
          <a:prstGeom prst="rect">
            <a:avLst/>
          </a:prstGeom>
        </p:spPr>
      </p:pic>
      <p:sp>
        <p:nvSpPr>
          <p:cNvPr id="14" name="Text 10"/>
          <p:cNvSpPr/>
          <p:nvPr/>
        </p:nvSpPr>
        <p:spPr>
          <a:xfrm>
            <a:off x="658368" y="5833872"/>
            <a:ext cx="1975104" cy="283464"/>
          </a:xfrm>
          <a:prstGeom prst="rect">
            <a:avLst/>
          </a:prstGeom>
          <a:noFill/>
          <a:ln/>
        </p:spPr>
        <p:txBody>
          <a:bodyPr wrap="square" lIns="0" tIns="0" rIns="0" bIns="0" rtlCol="0" anchor="ctr"/>
          <a:lstStyle/>
          <a:p>
            <a:pPr algn="ctr" indent="0" marL="0">
              <a:buNone/>
            </a:pPr>
            <a:r>
              <a:rPr lang="ko-KR" altLang="en-US" sz="1400" b="1" dirty="0">
                <a:solidFill>
                  <a:srgbClr val="155E59"/>
                </a:solidFill>
                <a:latin typeface="Noto Sans CJK KR" pitchFamily="34" charset="0"/>
                <a:ea typeface="Noto Sans CJK KR" pitchFamily="34" charset="-122"/>
                <a:cs typeface="Noto Sans CJK KR" pitchFamily="34" charset="-120"/>
              </a:rPr>
              <a:t>커트·생활 경과</a:t>
            </a:r>
            <a:endParaRPr lang="ko-KR" sz="1400" dirty="0"/>
          </a:p>
        </p:txBody>
      </p:sp>
      <p:sp>
        <p:nvSpPr>
          <p:cNvPr id="15" name="Text 11"/>
          <p:cNvSpPr/>
          <p:nvPr/>
        </p:nvSpPr>
        <p:spPr>
          <a:xfrm>
            <a:off x="2926080" y="5833872"/>
            <a:ext cx="1975104" cy="283464"/>
          </a:xfrm>
          <a:prstGeom prst="rect">
            <a:avLst/>
          </a:prstGeom>
          <a:noFill/>
          <a:ln/>
        </p:spPr>
        <p:txBody>
          <a:bodyPr wrap="square" lIns="0" tIns="0" rIns="0" bIns="0" rtlCol="0" anchor="ctr"/>
          <a:lstStyle/>
          <a:p>
            <a:pPr algn="ctr" indent="0" marL="0">
              <a:buNone/>
            </a:pPr>
            <a:r>
              <a:rPr lang="ko-KR" altLang="en-US" sz="1400" b="1" dirty="0">
                <a:solidFill>
                  <a:srgbClr val="155E59"/>
                </a:solidFill>
                <a:latin typeface="Noto Sans CJK KR" pitchFamily="34" charset="0"/>
                <a:ea typeface="Noto Sans CJK KR" pitchFamily="34" charset="-122"/>
                <a:cs typeface="Noto Sans CJK KR" pitchFamily="34" charset="-120"/>
              </a:rPr>
              <a:t>선택한 자료·상대</a:t>
            </a:r>
            <a:endParaRPr lang="ko-KR" sz="1400" dirty="0"/>
          </a:p>
        </p:txBody>
      </p:sp>
      <p:sp>
        <p:nvSpPr>
          <p:cNvPr id="16" name="Shape 12"/>
          <p:cNvSpPr/>
          <p:nvPr/>
        </p:nvSpPr>
        <p:spPr>
          <a:xfrm>
            <a:off x="5385816" y="2258568"/>
            <a:ext cx="6208776" cy="1161288"/>
          </a:xfrm>
          <a:prstGeom prst="roundRect">
            <a:avLst>
              <a:gd name="adj" fmla="val 10236"/>
            </a:avLst>
          </a:prstGeom>
          <a:solidFill>
            <a:srgbClr val="E8F2EE"/>
          </a:solidFill>
          <a:ln w="10160">
            <a:solidFill>
              <a:srgbClr val="E8F2EE"/>
            </a:solidFill>
            <a:prstDash val="solid"/>
          </a:ln>
        </p:spPr>
      </p:sp>
      <p:sp>
        <p:nvSpPr>
          <p:cNvPr id="17" name="Text 13"/>
          <p:cNvSpPr/>
          <p:nvPr/>
        </p:nvSpPr>
        <p:spPr>
          <a:xfrm>
            <a:off x="5605272" y="2450592"/>
            <a:ext cx="5687568" cy="347472"/>
          </a:xfrm>
          <a:prstGeom prst="rect">
            <a:avLst/>
          </a:prstGeom>
          <a:noFill/>
          <a:ln/>
        </p:spPr>
        <p:txBody>
          <a:bodyPr wrap="square" lIns="0" tIns="0" rIns="0" bIns="0" rtlCol="0" anchor="ctr"/>
          <a:lstStyle/>
          <a:p>
            <a:pPr indent="0" marL="0">
              <a:buNone/>
            </a:pPr>
            <a:r>
              <a:rPr lang="ko-KR" altLang="en-US" sz="2100" b="1" dirty="0">
                <a:solidFill>
                  <a:srgbClr val="155E59"/>
                </a:solidFill>
                <a:latin typeface="Noto Sans CJK KR" pitchFamily="34" charset="0"/>
                <a:ea typeface="Noto Sans CJK KR" pitchFamily="34" charset="-122"/>
                <a:cs typeface="Noto Sans CJK KR" pitchFamily="34" charset="-120"/>
              </a:rPr>
              <a:t>실제 Spring 인증 연결</a:t>
            </a:r>
            <a:endParaRPr lang="ko-KR" sz="2100" dirty="0"/>
          </a:p>
        </p:txBody>
      </p:sp>
      <p:sp>
        <p:nvSpPr>
          <p:cNvPr id="18" name="Text 14"/>
          <p:cNvSpPr/>
          <p:nvPr/>
        </p:nvSpPr>
        <p:spPr>
          <a:xfrm>
            <a:off x="5605272" y="2898648"/>
            <a:ext cx="5696712" cy="274320"/>
          </a:xfrm>
          <a:prstGeom prst="rect">
            <a:avLst/>
          </a:prstGeom>
          <a:noFill/>
          <a:ln/>
        </p:spPr>
        <p:txBody>
          <a:bodyPr wrap="square" lIns="0" tIns="0" rIns="0" bIns="0" rtlCol="0" anchor="ctr"/>
          <a:lstStyle/>
          <a:p>
            <a:pPr indent="0" marL="0">
              <a:buNone/>
            </a:pPr>
            <a:r>
              <a:rPr lang="ko-KR" altLang="en-US" sz="1550" dirty="0">
                <a:solidFill>
                  <a:srgbClr val="202A3E"/>
                </a:solidFill>
                <a:latin typeface="Noto Sans CJK KR" pitchFamily="34" charset="0"/>
                <a:ea typeface="Noto Sans CJK KR" pitchFamily="34" charset="-122"/>
                <a:cs typeface="Noto Sans CJK KR" pitchFamily="34" charset="-120"/>
              </a:rPr>
              <a:t>로그인 · 회원 확인 · 로그아웃 · CSRF</a:t>
            </a:r>
            <a:endParaRPr lang="ko-KR" sz="1550" dirty="0"/>
          </a:p>
        </p:txBody>
      </p:sp>
      <p:sp>
        <p:nvSpPr>
          <p:cNvPr id="19" name="Text 15"/>
          <p:cNvSpPr/>
          <p:nvPr/>
        </p:nvSpPr>
        <p:spPr>
          <a:xfrm>
            <a:off x="5605272" y="3675888"/>
            <a:ext cx="5623560" cy="384048"/>
          </a:xfrm>
          <a:prstGeom prst="rect">
            <a:avLst/>
          </a:prstGeom>
          <a:noFill/>
          <a:ln/>
        </p:spPr>
        <p:txBody>
          <a:bodyPr wrap="square" lIns="0" tIns="0" rIns="0" bIns="0" rtlCol="0" anchor="ctr"/>
          <a:lstStyle/>
          <a:p>
            <a:pPr indent="0" marL="0">
              <a:buNone/>
            </a:pPr>
            <a:r>
              <a:rPr lang="ko-KR" altLang="en-US" sz="2200" b="1" dirty="0">
                <a:solidFill>
                  <a:srgbClr val="202A3E"/>
                </a:solidFill>
                <a:latin typeface="Noto Sans CJK KR" pitchFamily="34" charset="0"/>
                <a:ea typeface="Noto Sans CJK KR" pitchFamily="34" charset="-122"/>
                <a:cs typeface="Noto Sans CJK KR" pitchFamily="34" charset="-120"/>
              </a:rPr>
              <a:t>클릭 가능한 기록·준비 흐름</a:t>
            </a:r>
            <a:endParaRPr lang="ko-KR" sz="2200" dirty="0"/>
          </a:p>
        </p:txBody>
      </p:sp>
      <p:sp>
        <p:nvSpPr>
          <p:cNvPr id="20" name="Text 16"/>
          <p:cNvSpPr/>
          <p:nvPr/>
        </p:nvSpPr>
        <p:spPr>
          <a:xfrm>
            <a:off x="5605272" y="4206240"/>
            <a:ext cx="5614416" cy="841248"/>
          </a:xfrm>
          <a:prstGeom prst="rect">
            <a:avLst/>
          </a:prstGeom>
          <a:noFill/>
          <a:ln/>
        </p:spPr>
        <p:txBody>
          <a:bodyPr wrap="square" lIns="0" tIns="0" rIns="0" bIns="0" rtlCol="0" anchor="ctr"/>
          <a:lstStyle/>
          <a:p>
            <a:pPr indent="0" marL="0">
              <a:buNone/>
            </a:pPr>
            <a:r>
              <a:rPr lang="ko-KR" altLang="en-US" sz="2000" dirty="0">
                <a:solidFill>
                  <a:srgbClr val="202A3E"/>
                </a:solidFill>
                <a:latin typeface="Noto Sans CJK KR" pitchFamily="34" charset="0"/>
                <a:ea typeface="Noto Sans CJK KR" pitchFamily="34" charset="-122"/>
                <a:cs typeface="Noto Sans CJK KR" pitchFamily="34" charset="-120"/>
              </a:rPr>
              <a:t>커트 → 경과 → 필요한 자료 선택</a:t>
            </a:r>
            <a:endParaRPr lang="ko-KR" sz="2000" dirty="0"/>
          </a:p>
          <a:p>
            <a:pPr indent="0" marL="0">
              <a:buNone/>
            </a:pPr>
            <a:r>
              <a:rPr lang="ko-KR" altLang="en-US" sz="2000" dirty="0">
                <a:solidFill>
                  <a:srgbClr val="202A3E"/>
                </a:solidFill>
                <a:latin typeface="Noto Sans CJK KR" pitchFamily="34" charset="0"/>
                <a:ea typeface="Noto Sans CJK KR" pitchFamily="34" charset="-122"/>
                <a:cs typeface="Noto Sans CJK KR" pitchFamily="34" charset="-120"/>
              </a:rPr>
              <a:t>→ 요청 작성 → 전송 전 미리보기</a:t>
            </a:r>
            <a:endParaRPr lang="ko-KR" sz="2000" dirty="0"/>
          </a:p>
        </p:txBody>
      </p:sp>
      <p:sp>
        <p:nvSpPr>
          <p:cNvPr id="21" name="Shape 17"/>
          <p:cNvSpPr/>
          <p:nvPr/>
        </p:nvSpPr>
        <p:spPr>
          <a:xfrm>
            <a:off x="5385816" y="5340096"/>
            <a:ext cx="6208776" cy="749808"/>
          </a:xfrm>
          <a:prstGeom prst="roundRect">
            <a:avLst>
              <a:gd name="adj" fmla="val 15854"/>
            </a:avLst>
          </a:prstGeom>
          <a:solidFill>
            <a:srgbClr val="F7EBE3"/>
          </a:solidFill>
          <a:ln w="10160">
            <a:solidFill>
              <a:srgbClr val="F7EBE3"/>
            </a:solidFill>
            <a:prstDash val="solid"/>
          </a:ln>
        </p:spPr>
      </p:sp>
      <p:sp>
        <p:nvSpPr>
          <p:cNvPr id="22" name="Text 18"/>
          <p:cNvSpPr/>
          <p:nvPr/>
        </p:nvSpPr>
        <p:spPr>
          <a:xfrm>
            <a:off x="5596128" y="5522976"/>
            <a:ext cx="5797296" cy="356616"/>
          </a:xfrm>
          <a:prstGeom prst="rect">
            <a:avLst/>
          </a:prstGeom>
          <a:noFill/>
          <a:ln/>
        </p:spPr>
        <p:txBody>
          <a:bodyPr wrap="square" lIns="0" tIns="0" rIns="0" bIns="0" rtlCol="0" anchor="ctr"/>
          <a:lstStyle/>
          <a:p>
            <a:pPr indent="0" marL="0">
              <a:buNone/>
            </a:pPr>
            <a:r>
              <a:rPr lang="ko-KR" altLang="en-US" sz="1800" b="1" dirty="0">
                <a:solidFill>
                  <a:srgbClr val="B96237"/>
                </a:solidFill>
                <a:latin typeface="Noto Sans CJK KR" pitchFamily="34" charset="0"/>
                <a:ea typeface="Noto Sans CJK KR" pitchFamily="34" charset="-122"/>
                <a:cs typeface="Noto Sans CJK KR" pitchFamily="34" charset="-120"/>
              </a:rPr>
              <a:t>재접속 보존 · 실제 전송은 미구현</a:t>
            </a:r>
            <a:endParaRPr lang="ko-KR" sz="1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8FAF9"/>
        </a:solidFill>
      </p:bgPr>
    </p:bg>
    <p:spTree>
      <p:nvGrpSpPr>
        <p:cNvPr id="1" name=""/>
        <p:cNvGrpSpPr/>
        <p:nvPr/>
      </p:nvGrpSpPr>
      <p:grpSpPr>
        <a:xfrm>
          <a:off x="0" y="0"/>
          <a:ext cx="0" cy="0"/>
          <a:chOff x="0" y="0"/>
          <a:chExt cx="0" cy="0"/>
        </a:xfrm>
      </p:grpSpPr>
      <p:sp>
        <p:nvSpPr>
          <p:cNvPr id="2" name="Text 0"/>
          <p:cNvSpPr/>
          <p:nvPr/>
        </p:nvSpPr>
        <p:spPr>
          <a:xfrm>
            <a:off x="585216" y="365760"/>
            <a:ext cx="1554480" cy="292608"/>
          </a:xfrm>
          <a:prstGeom prst="rect">
            <a:avLst/>
          </a:prstGeom>
          <a:noFill/>
          <a:ln/>
        </p:spPr>
        <p:txBody>
          <a:bodyPr wrap="square" lIns="0" tIns="0" rIns="0" bIns="0" rtlCol="0" anchor="ctr"/>
          <a:lstStyle/>
          <a:p>
            <a:pPr indent="0" marL="0">
              <a:buNone/>
            </a:pPr>
            <a:r>
              <a:rPr lang="ko-KR" altLang="en-US" sz="1700" b="1" dirty="0">
                <a:solidFill>
                  <a:srgbClr val="3C57B5"/>
                </a:solidFill>
                <a:latin typeface="Noto Sans CJK KR" pitchFamily="34" charset="0"/>
                <a:ea typeface="Noto Sans CJK KR" pitchFamily="34" charset="-122"/>
                <a:cs typeface="Noto Sans CJK KR" pitchFamily="34" charset="-120"/>
              </a:rPr>
              <a:t>SALU</a:t>
            </a:r>
            <a:endParaRPr lang="ko-KR" sz="1700" dirty="0"/>
          </a:p>
        </p:txBody>
      </p:sp>
      <p:sp>
        <p:nvSpPr>
          <p:cNvPr id="3" name="Shape 1"/>
          <p:cNvSpPr/>
          <p:nvPr/>
        </p:nvSpPr>
        <p:spPr>
          <a:xfrm>
            <a:off x="9381744" y="365760"/>
            <a:ext cx="2221992" cy="301752"/>
          </a:xfrm>
          <a:prstGeom prst="roundRect">
            <a:avLst>
              <a:gd name="adj" fmla="val 39394"/>
            </a:avLst>
          </a:prstGeom>
          <a:solidFill>
            <a:srgbClr val="F7EBE3"/>
          </a:solidFill>
          <a:ln w="10160">
            <a:solidFill>
              <a:srgbClr val="F7EBE3"/>
            </a:solidFill>
            <a:prstDash val="solid"/>
          </a:ln>
        </p:spPr>
      </p:sp>
      <p:sp>
        <p:nvSpPr>
          <p:cNvPr id="4" name="Text 2"/>
          <p:cNvSpPr/>
          <p:nvPr/>
        </p:nvSpPr>
        <p:spPr>
          <a:xfrm>
            <a:off x="9454896" y="388620"/>
            <a:ext cx="2075688" cy="246888"/>
          </a:xfrm>
          <a:prstGeom prst="rect">
            <a:avLst/>
          </a:prstGeom>
          <a:noFill/>
          <a:ln/>
        </p:spPr>
        <p:txBody>
          <a:bodyPr wrap="square" lIns="0" tIns="0" rIns="0" bIns="0" rtlCol="0" anchor="ctr"/>
          <a:lstStyle/>
          <a:p>
            <a:pPr algn="ctr" indent="0" marL="0">
              <a:buNone/>
            </a:pPr>
            <a:r>
              <a:rPr lang="ko-KR" altLang="en-US" sz="1050" b="1" dirty="0">
                <a:solidFill>
                  <a:srgbClr val="B96237"/>
                </a:solidFill>
                <a:latin typeface="Noto Sans CJK KR" pitchFamily="34" charset="0"/>
                <a:ea typeface="Noto Sans CJK KR" pitchFamily="34" charset="-122"/>
                <a:cs typeface="Noto Sans CJK KR" pitchFamily="34" charset="-120"/>
              </a:rPr>
              <a:t>설계 제안 · 미구현</a:t>
            </a:r>
            <a:endParaRPr lang="ko-KR" sz="1050" dirty="0"/>
          </a:p>
        </p:txBody>
      </p:sp>
      <p:sp>
        <p:nvSpPr>
          <p:cNvPr id="5" name="Text 3"/>
          <p:cNvSpPr/>
          <p:nvPr/>
        </p:nvSpPr>
        <p:spPr>
          <a:xfrm>
            <a:off x="585216" y="950976"/>
            <a:ext cx="11064240" cy="539496"/>
          </a:xfrm>
          <a:prstGeom prst="rect">
            <a:avLst/>
          </a:prstGeom>
          <a:noFill/>
          <a:ln/>
        </p:spPr>
        <p:txBody>
          <a:bodyPr wrap="square" lIns="0" tIns="0" rIns="0" bIns="0" rtlCol="0" anchor="ctr"/>
          <a:lstStyle/>
          <a:p>
            <a:pPr indent="0" marL="0">
              <a:buNone/>
            </a:pPr>
            <a:r>
              <a:rPr lang="ko-KR" altLang="en-US" sz="3000" b="1" dirty="0">
                <a:solidFill>
                  <a:srgbClr val="202A3E"/>
                </a:solidFill>
                <a:latin typeface="Noto Sans CJK KR" pitchFamily="34" charset="0"/>
                <a:ea typeface="Noto Sans CJK KR" pitchFamily="34" charset="-122"/>
                <a:cs typeface="Noto Sans CJK KR" pitchFamily="34" charset="-120"/>
              </a:rPr>
              <a:t>첫 접속에서는 기록할지, 둘러볼지 고릅니다</a:t>
            </a:r>
            <a:endParaRPr lang="ko-KR" sz="3000" dirty="0"/>
          </a:p>
        </p:txBody>
      </p:sp>
      <p:sp>
        <p:nvSpPr>
          <p:cNvPr id="6" name="Text 4"/>
          <p:cNvSpPr/>
          <p:nvPr/>
        </p:nvSpPr>
        <p:spPr>
          <a:xfrm>
            <a:off x="603504" y="1609344"/>
            <a:ext cx="10972800" cy="347472"/>
          </a:xfrm>
          <a:prstGeom prst="rect">
            <a:avLst/>
          </a:prstGeom>
          <a:noFill/>
          <a:ln/>
        </p:spPr>
        <p:txBody>
          <a:bodyPr wrap="square" lIns="0" tIns="0" rIns="0" bIns="0" rtlCol="0" anchor="ctr"/>
          <a:lstStyle/>
          <a:p>
            <a:pPr indent="0" marL="0">
              <a:buNone/>
            </a:pPr>
            <a:r>
              <a:rPr lang="ko-KR" altLang="en-US" sz="1450" dirty="0">
                <a:solidFill>
                  <a:srgbClr val="646C7D"/>
                </a:solidFill>
                <a:latin typeface="Noto Sans CJK KR" pitchFamily="34" charset="0"/>
                <a:ea typeface="Noto Sans CJK KR" pitchFamily="34" charset="-122"/>
                <a:cs typeface="Noto Sans CJK KR" pitchFamily="34" charset="-120"/>
              </a:rPr>
              <a:t>기록을 원치 않아도 계속 이용  ·  재방문은 내 기록과 이어 쓰던 준비본부터</a:t>
            </a:r>
            <a:endParaRPr lang="ko-KR" sz="1450" dirty="0"/>
          </a:p>
        </p:txBody>
      </p:sp>
      <p:sp>
        <p:nvSpPr>
          <p:cNvPr id="7" name="Shape 5"/>
          <p:cNvSpPr/>
          <p:nvPr/>
        </p:nvSpPr>
        <p:spPr>
          <a:xfrm>
            <a:off x="548640" y="6428232"/>
            <a:ext cx="11082528" cy="0"/>
          </a:xfrm>
          <a:prstGeom prst="line">
            <a:avLst/>
          </a:prstGeom>
          <a:noFill/>
          <a:ln w="16510">
            <a:solidFill>
              <a:srgbClr val="D9E4E0"/>
            </a:solidFill>
            <a:prstDash val="solid"/>
            <a:headEnd type="none"/>
            <a:tailEnd type="none"/>
          </a:ln>
        </p:spPr>
      </p:sp>
      <p:sp>
        <p:nvSpPr>
          <p:cNvPr id="8" name="Text 6"/>
          <p:cNvSpPr/>
          <p:nvPr/>
        </p:nvSpPr>
        <p:spPr>
          <a:xfrm>
            <a:off x="585216" y="6501384"/>
            <a:ext cx="8961120" cy="182880"/>
          </a:xfrm>
          <a:prstGeom prst="rect">
            <a:avLst/>
          </a:prstGeom>
          <a:noFill/>
          <a:ln/>
        </p:spPr>
        <p:txBody>
          <a:bodyPr wrap="square" lIns="0" tIns="0" rIns="0" bIns="0" rtlCol="0" anchor="ctr"/>
          <a:lstStyle/>
          <a:p>
            <a:pPr indent="0" marL="0">
              <a:buNone/>
            </a:pPr>
            <a:r>
              <a:rPr lang="ko-KR" altLang="en-US" sz="1000" dirty="0">
                <a:solidFill>
                  <a:srgbClr val="646C7D"/>
                </a:solidFill>
                <a:latin typeface="Noto Sans CJK KR" pitchFamily="34" charset="0"/>
                <a:ea typeface="Noto Sans CJK KR" pitchFamily="34" charset="-122"/>
                <a:cs typeface="Noto Sans CJK KR" pitchFamily="34" charset="-120"/>
              </a:rPr>
              <a:t>검증 전 발표 예시안  ·  2026.10.10 작성</a:t>
            </a:r>
            <a:endParaRPr lang="ko-KR" sz="1000" dirty="0"/>
          </a:p>
        </p:txBody>
      </p:sp>
      <p:sp>
        <p:nvSpPr>
          <p:cNvPr id="9" name="Text 7"/>
          <p:cNvSpPr/>
          <p:nvPr/>
        </p:nvSpPr>
        <p:spPr>
          <a:xfrm>
            <a:off x="10607040" y="6501384"/>
            <a:ext cx="969264" cy="182880"/>
          </a:xfrm>
          <a:prstGeom prst="rect">
            <a:avLst/>
          </a:prstGeom>
          <a:noFill/>
          <a:ln/>
        </p:spPr>
        <p:txBody>
          <a:bodyPr wrap="square" lIns="0" tIns="0" rIns="0" bIns="0" rtlCol="0" anchor="ctr"/>
          <a:lstStyle/>
          <a:p>
            <a:pPr algn="r" indent="0" marL="0">
              <a:buNone/>
            </a:pPr>
            <a:r>
              <a:rPr lang="ko-KR" altLang="en-US" sz="1000" dirty="0">
                <a:solidFill>
                  <a:srgbClr val="646C7D"/>
                </a:solidFill>
                <a:latin typeface="Noto Sans CJK KR" pitchFamily="34" charset="0"/>
                <a:ea typeface="Noto Sans CJK KR" pitchFamily="34" charset="-122"/>
                <a:cs typeface="Noto Sans CJK KR" pitchFamily="34" charset="-120"/>
              </a:rPr>
              <a:t>03 / 06</a:t>
            </a:r>
            <a:endParaRPr lang="ko-KR" sz="1000" dirty="0"/>
          </a:p>
        </p:txBody>
      </p:sp>
      <p:sp>
        <p:nvSpPr>
          <p:cNvPr id="10" name="Shape 8"/>
          <p:cNvSpPr/>
          <p:nvPr/>
        </p:nvSpPr>
        <p:spPr>
          <a:xfrm>
            <a:off x="594360" y="2313432"/>
            <a:ext cx="5148072" cy="3438144"/>
          </a:xfrm>
          <a:prstGeom prst="roundRect">
            <a:avLst>
              <a:gd name="adj" fmla="val 3457"/>
            </a:avLst>
          </a:prstGeom>
          <a:solidFill>
            <a:srgbClr val="FFFFFF"/>
          </a:solidFill>
          <a:ln w="10160">
            <a:solidFill>
              <a:srgbClr val="D9E4E0"/>
            </a:solidFill>
            <a:prstDash val="solid"/>
          </a:ln>
        </p:spPr>
      </p:sp>
      <p:sp>
        <p:nvSpPr>
          <p:cNvPr id="11" name="Text 9"/>
          <p:cNvSpPr/>
          <p:nvPr/>
        </p:nvSpPr>
        <p:spPr>
          <a:xfrm>
            <a:off x="896112" y="2798064"/>
            <a:ext cx="4544568" cy="475488"/>
          </a:xfrm>
          <a:prstGeom prst="rect">
            <a:avLst/>
          </a:prstGeom>
          <a:noFill/>
          <a:ln/>
        </p:spPr>
        <p:txBody>
          <a:bodyPr wrap="square" lIns="0" tIns="0" rIns="0" bIns="0" rtlCol="0" anchor="ctr"/>
          <a:lstStyle/>
          <a:p>
            <a:pPr indent="0" marL="0">
              <a:buNone/>
            </a:pPr>
            <a:r>
              <a:rPr lang="ko-KR" altLang="en-US" sz="2500" b="1" dirty="0">
                <a:solidFill>
                  <a:srgbClr val="202A3E"/>
                </a:solidFill>
                <a:latin typeface="Noto Sans CJK KR" pitchFamily="34" charset="0"/>
                <a:ea typeface="Noto Sans CJK KR" pitchFamily="34" charset="-122"/>
                <a:cs typeface="Noto Sans CJK KR" pitchFamily="34" charset="-120"/>
              </a:rPr>
              <a:t>커트 기록 남겨볼까요?</a:t>
            </a:r>
            <a:endParaRPr lang="ko-KR" sz="2500" dirty="0"/>
          </a:p>
        </p:txBody>
      </p:sp>
      <p:sp>
        <p:nvSpPr>
          <p:cNvPr id="12" name="Text 10"/>
          <p:cNvSpPr/>
          <p:nvPr/>
        </p:nvSpPr>
        <p:spPr>
          <a:xfrm>
            <a:off x="905256" y="3474720"/>
            <a:ext cx="4443984" cy="713232"/>
          </a:xfrm>
          <a:prstGeom prst="rect">
            <a:avLst/>
          </a:prstGeom>
          <a:noFill/>
          <a:ln/>
        </p:spPr>
        <p:txBody>
          <a:bodyPr wrap="square" lIns="0" tIns="0" rIns="0" bIns="0" rtlCol="0" anchor="ctr"/>
          <a:lstStyle/>
          <a:p>
            <a:pPr indent="0" marL="0">
              <a:buNone/>
            </a:pPr>
            <a:r>
              <a:rPr lang="ko-KR" altLang="en-US" sz="1600" dirty="0">
                <a:solidFill>
                  <a:srgbClr val="646C7D"/>
                </a:solidFill>
                <a:latin typeface="Noto Sans CJK KR" pitchFamily="34" charset="0"/>
                <a:ea typeface="Noto Sans CJK KR" pitchFamily="34" charset="-122"/>
                <a:cs typeface="Noto Sans CJK KR" pitchFamily="34" charset="-120"/>
              </a:rPr>
              <a:t>기억해 둘 변화부터 짧게 남겨 보세요.</a:t>
            </a:r>
            <a:endParaRPr lang="ko-KR" sz="1600" dirty="0"/>
          </a:p>
          <a:p>
            <a:pPr indent="0" marL="0">
              <a:buNone/>
            </a:pPr>
            <a:r>
              <a:rPr lang="ko-KR" altLang="en-US" sz="1600" dirty="0">
                <a:solidFill>
                  <a:srgbClr val="646C7D"/>
                </a:solidFill>
                <a:latin typeface="Noto Sans CJK KR" pitchFamily="34" charset="0"/>
                <a:ea typeface="Noto Sans CJK KR" pitchFamily="34" charset="-122"/>
                <a:cs typeface="Noto Sans CJK KR" pitchFamily="34" charset="-120"/>
              </a:rPr>
              <a:t>사진과 미용실 정보는 나중에 더해도 됩니다.</a:t>
            </a:r>
            <a:endParaRPr lang="ko-KR" sz="1600" dirty="0"/>
          </a:p>
        </p:txBody>
      </p:sp>
      <p:sp>
        <p:nvSpPr>
          <p:cNvPr id="13" name="Shape 11"/>
          <p:cNvSpPr/>
          <p:nvPr/>
        </p:nvSpPr>
        <p:spPr>
          <a:xfrm>
            <a:off x="896112" y="4462272"/>
            <a:ext cx="4544568" cy="502920"/>
          </a:xfrm>
          <a:prstGeom prst="roundRect">
            <a:avLst>
              <a:gd name="adj" fmla="val 23636"/>
            </a:avLst>
          </a:prstGeom>
          <a:solidFill>
            <a:srgbClr val="155E59"/>
          </a:solidFill>
          <a:ln w="10160">
            <a:solidFill>
              <a:srgbClr val="155E59"/>
            </a:solidFill>
            <a:prstDash val="solid"/>
          </a:ln>
        </p:spPr>
      </p:sp>
      <p:sp>
        <p:nvSpPr>
          <p:cNvPr id="14" name="Text 12"/>
          <p:cNvSpPr/>
          <p:nvPr/>
        </p:nvSpPr>
        <p:spPr>
          <a:xfrm>
            <a:off x="1024128" y="4553712"/>
            <a:ext cx="4288536" cy="320040"/>
          </a:xfrm>
          <a:prstGeom prst="rect">
            <a:avLst/>
          </a:prstGeom>
          <a:noFill/>
          <a:ln/>
        </p:spPr>
        <p:txBody>
          <a:bodyPr wrap="square" lIns="0" tIns="0" rIns="0" bIns="0" rtlCol="0" anchor="ctr"/>
          <a:lstStyle/>
          <a:p>
            <a:pPr algn="ctr" indent="0" marL="0">
              <a:buNone/>
            </a:pPr>
            <a:r>
              <a:rPr lang="ko-KR" altLang="en-US" sz="1700" b="1" dirty="0">
                <a:solidFill>
                  <a:srgbClr val="FFFFFF"/>
                </a:solidFill>
                <a:latin typeface="Noto Sans CJK KR" pitchFamily="34" charset="0"/>
                <a:ea typeface="Noto Sans CJK KR" pitchFamily="34" charset="-122"/>
                <a:cs typeface="Noto Sans CJK KR" pitchFamily="34" charset="-120"/>
              </a:rPr>
              <a:t>커트 기록 남기기</a:t>
            </a:r>
            <a:endParaRPr lang="ko-KR" sz="1700" dirty="0"/>
          </a:p>
        </p:txBody>
      </p:sp>
      <p:sp>
        <p:nvSpPr>
          <p:cNvPr id="15" name="Shape 13"/>
          <p:cNvSpPr/>
          <p:nvPr/>
        </p:nvSpPr>
        <p:spPr>
          <a:xfrm>
            <a:off x="896112" y="5074920"/>
            <a:ext cx="4544568" cy="429768"/>
          </a:xfrm>
          <a:prstGeom prst="roundRect">
            <a:avLst>
              <a:gd name="adj" fmla="val 27660"/>
            </a:avLst>
          </a:prstGeom>
          <a:solidFill>
            <a:srgbClr val="FFFFFF"/>
          </a:solidFill>
          <a:ln w="10160">
            <a:solidFill>
              <a:srgbClr val="D9E4E0"/>
            </a:solidFill>
            <a:prstDash val="solid"/>
          </a:ln>
        </p:spPr>
      </p:sp>
      <p:sp>
        <p:nvSpPr>
          <p:cNvPr id="16" name="Text 14"/>
          <p:cNvSpPr/>
          <p:nvPr/>
        </p:nvSpPr>
        <p:spPr>
          <a:xfrm>
            <a:off x="1024128" y="5148072"/>
            <a:ext cx="4288536" cy="265176"/>
          </a:xfrm>
          <a:prstGeom prst="rect">
            <a:avLst/>
          </a:prstGeom>
          <a:noFill/>
          <a:ln/>
        </p:spPr>
        <p:txBody>
          <a:bodyPr wrap="square" lIns="0" tIns="0" rIns="0" bIns="0" rtlCol="0" anchor="ctr"/>
          <a:lstStyle/>
          <a:p>
            <a:pPr algn="ctr" indent="0" marL="0">
              <a:buNone/>
            </a:pPr>
            <a:r>
              <a:rPr lang="ko-KR" altLang="en-US" sz="1500" b="1" dirty="0">
                <a:solidFill>
                  <a:srgbClr val="155E59"/>
                </a:solidFill>
                <a:latin typeface="Noto Sans CJK KR" pitchFamily="34" charset="0"/>
                <a:ea typeface="Noto Sans CJK KR" pitchFamily="34" charset="-122"/>
                <a:cs typeface="Noto Sans CJK KR" pitchFamily="34" charset="-120"/>
              </a:rPr>
              <a:t>지금은 커뮤니티 둘러보기</a:t>
            </a:r>
            <a:endParaRPr lang="ko-KR" sz="1500" dirty="0"/>
          </a:p>
        </p:txBody>
      </p:sp>
      <p:sp>
        <p:nvSpPr>
          <p:cNvPr id="17" name="Shape 15"/>
          <p:cNvSpPr/>
          <p:nvPr/>
        </p:nvSpPr>
        <p:spPr>
          <a:xfrm>
            <a:off x="896112" y="2505456"/>
            <a:ext cx="2286000" cy="301752"/>
          </a:xfrm>
          <a:prstGeom prst="roundRect">
            <a:avLst>
              <a:gd name="adj" fmla="val 39394"/>
            </a:avLst>
          </a:prstGeom>
          <a:solidFill>
            <a:srgbClr val="E8F2EE"/>
          </a:solidFill>
          <a:ln w="10160">
            <a:solidFill>
              <a:srgbClr val="E8F2EE"/>
            </a:solidFill>
            <a:prstDash val="solid"/>
          </a:ln>
        </p:spPr>
      </p:sp>
      <p:sp>
        <p:nvSpPr>
          <p:cNvPr id="18" name="Text 16"/>
          <p:cNvSpPr/>
          <p:nvPr/>
        </p:nvSpPr>
        <p:spPr>
          <a:xfrm>
            <a:off x="969264" y="2528316"/>
            <a:ext cx="2139696" cy="246888"/>
          </a:xfrm>
          <a:prstGeom prst="rect">
            <a:avLst/>
          </a:prstGeom>
          <a:noFill/>
          <a:ln/>
        </p:spPr>
        <p:txBody>
          <a:bodyPr wrap="square" lIns="0" tIns="0" rIns="0" bIns="0" rtlCol="0" anchor="ctr"/>
          <a:lstStyle/>
          <a:p>
            <a:pPr algn="ctr" indent="0" marL="0">
              <a:buNone/>
            </a:pPr>
            <a:r>
              <a:rPr lang="ko-KR" altLang="en-US" sz="1050" b="1" dirty="0">
                <a:solidFill>
                  <a:srgbClr val="155E59"/>
                </a:solidFill>
                <a:latin typeface="Noto Sans CJK KR" pitchFamily="34" charset="0"/>
                <a:ea typeface="Noto Sans CJK KR" pitchFamily="34" charset="-122"/>
                <a:cs typeface="Noto Sans CJK KR" pitchFamily="34" charset="-120"/>
              </a:rPr>
              <a:t>새 첫 화면의 설계 예시</a:t>
            </a:r>
            <a:endParaRPr lang="ko-KR" sz="1050" dirty="0"/>
          </a:p>
        </p:txBody>
      </p:sp>
      <p:sp>
        <p:nvSpPr>
          <p:cNvPr id="19" name="Shape 17"/>
          <p:cNvSpPr/>
          <p:nvPr/>
        </p:nvSpPr>
        <p:spPr>
          <a:xfrm>
            <a:off x="6272784" y="2313432"/>
            <a:ext cx="5312664" cy="896112"/>
          </a:xfrm>
          <a:prstGeom prst="roundRect">
            <a:avLst>
              <a:gd name="adj" fmla="val 13265"/>
            </a:avLst>
          </a:prstGeom>
          <a:solidFill>
            <a:srgbClr val="E8F2EE"/>
          </a:solidFill>
          <a:ln w="10160">
            <a:solidFill>
              <a:srgbClr val="D9E4E0"/>
            </a:solidFill>
            <a:prstDash val="solid"/>
          </a:ln>
        </p:spPr>
      </p:sp>
      <p:sp>
        <p:nvSpPr>
          <p:cNvPr id="20" name="Text 18"/>
          <p:cNvSpPr/>
          <p:nvPr/>
        </p:nvSpPr>
        <p:spPr>
          <a:xfrm>
            <a:off x="6510528" y="2450592"/>
            <a:ext cx="4782312" cy="320040"/>
          </a:xfrm>
          <a:prstGeom prst="rect">
            <a:avLst/>
          </a:prstGeom>
          <a:noFill/>
          <a:ln/>
        </p:spPr>
        <p:txBody>
          <a:bodyPr wrap="square" lIns="0" tIns="0" rIns="0" bIns="0" rtlCol="0" anchor="ctr"/>
          <a:lstStyle/>
          <a:p>
            <a:pPr indent="0" marL="0">
              <a:buNone/>
            </a:pPr>
            <a:r>
              <a:rPr lang="ko-KR" altLang="en-US" sz="2000" b="1" dirty="0">
                <a:solidFill>
                  <a:srgbClr val="155E59"/>
                </a:solidFill>
                <a:latin typeface="Noto Sans CJK KR" pitchFamily="34" charset="0"/>
                <a:ea typeface="Noto Sans CJK KR" pitchFamily="34" charset="-122"/>
                <a:cs typeface="Noto Sans CJK KR" pitchFamily="34" charset="-120"/>
              </a:rPr>
              <a:t>기록 남기기</a:t>
            </a:r>
            <a:endParaRPr lang="ko-KR" sz="2000" dirty="0"/>
          </a:p>
        </p:txBody>
      </p:sp>
      <p:sp>
        <p:nvSpPr>
          <p:cNvPr id="21" name="Text 19"/>
          <p:cNvSpPr/>
          <p:nvPr/>
        </p:nvSpPr>
        <p:spPr>
          <a:xfrm>
            <a:off x="6519672" y="2862072"/>
            <a:ext cx="4754880" cy="219456"/>
          </a:xfrm>
          <a:prstGeom prst="rect">
            <a:avLst/>
          </a:prstGeom>
          <a:noFill/>
          <a:ln/>
        </p:spPr>
        <p:txBody>
          <a:bodyPr wrap="square" lIns="0" tIns="0" rIns="0" bIns="0" rtlCol="0" anchor="ctr"/>
          <a:lstStyle/>
          <a:p>
            <a:pPr indent="0" marL="0">
              <a:buNone/>
            </a:pPr>
            <a:r>
              <a:rPr lang="ko-KR" altLang="en-US" sz="1400" dirty="0">
                <a:solidFill>
                  <a:srgbClr val="646C7D"/>
                </a:solidFill>
                <a:latin typeface="Noto Sans CJK KR" pitchFamily="34" charset="0"/>
                <a:ea typeface="Noto Sans CJK KR" pitchFamily="34" charset="-122"/>
                <a:cs typeface="Noto Sans CJK KR" pitchFamily="34" charset="-120"/>
              </a:rPr>
              <a:t>로그인 없이 기기에 보관</a:t>
            </a:r>
            <a:endParaRPr lang="ko-KR" sz="1400" dirty="0"/>
          </a:p>
        </p:txBody>
      </p:sp>
      <p:sp>
        <p:nvSpPr>
          <p:cNvPr id="22" name="Shape 20"/>
          <p:cNvSpPr/>
          <p:nvPr/>
        </p:nvSpPr>
        <p:spPr>
          <a:xfrm>
            <a:off x="6272784" y="3401568"/>
            <a:ext cx="5312664" cy="896112"/>
          </a:xfrm>
          <a:prstGeom prst="roundRect">
            <a:avLst>
              <a:gd name="adj" fmla="val 13265"/>
            </a:avLst>
          </a:prstGeom>
          <a:solidFill>
            <a:srgbClr val="FFFFFF"/>
          </a:solidFill>
          <a:ln w="10160">
            <a:solidFill>
              <a:srgbClr val="D9E4E0"/>
            </a:solidFill>
            <a:prstDash val="solid"/>
          </a:ln>
        </p:spPr>
      </p:sp>
      <p:sp>
        <p:nvSpPr>
          <p:cNvPr id="23" name="Text 21"/>
          <p:cNvSpPr/>
          <p:nvPr/>
        </p:nvSpPr>
        <p:spPr>
          <a:xfrm>
            <a:off x="6510528" y="3538728"/>
            <a:ext cx="4782312" cy="320040"/>
          </a:xfrm>
          <a:prstGeom prst="rect">
            <a:avLst/>
          </a:prstGeom>
          <a:noFill/>
          <a:ln/>
        </p:spPr>
        <p:txBody>
          <a:bodyPr wrap="square" lIns="0" tIns="0" rIns="0" bIns="0" rtlCol="0" anchor="ctr"/>
          <a:lstStyle/>
          <a:p>
            <a:pPr indent="0" marL="0">
              <a:buNone/>
            </a:pPr>
            <a:r>
              <a:rPr lang="ko-KR" altLang="en-US" sz="2000" b="1" dirty="0">
                <a:solidFill>
                  <a:srgbClr val="202A3E"/>
                </a:solidFill>
                <a:latin typeface="Noto Sans CJK KR" pitchFamily="34" charset="0"/>
                <a:ea typeface="Noto Sans CJK KR" pitchFamily="34" charset="-122"/>
                <a:cs typeface="Noto Sans CJK KR" pitchFamily="34" charset="-120"/>
              </a:rPr>
              <a:t>그냥 둘러보기</a:t>
            </a:r>
            <a:endParaRPr lang="ko-KR" sz="2000" dirty="0"/>
          </a:p>
        </p:txBody>
      </p:sp>
      <p:sp>
        <p:nvSpPr>
          <p:cNvPr id="24" name="Text 22"/>
          <p:cNvSpPr/>
          <p:nvPr/>
        </p:nvSpPr>
        <p:spPr>
          <a:xfrm>
            <a:off x="6519672" y="3950208"/>
            <a:ext cx="4754880" cy="219456"/>
          </a:xfrm>
          <a:prstGeom prst="rect">
            <a:avLst/>
          </a:prstGeom>
          <a:noFill/>
          <a:ln/>
        </p:spPr>
        <p:txBody>
          <a:bodyPr wrap="square" lIns="0" tIns="0" rIns="0" bIns="0" rtlCol="0" anchor="ctr"/>
          <a:lstStyle/>
          <a:p>
            <a:pPr indent="0" marL="0">
              <a:buNone/>
            </a:pPr>
            <a:r>
              <a:rPr lang="ko-KR" altLang="en-US" sz="1400" dirty="0">
                <a:solidFill>
                  <a:srgbClr val="646C7D"/>
                </a:solidFill>
                <a:latin typeface="Noto Sans CJK KR" pitchFamily="34" charset="0"/>
                <a:ea typeface="Noto Sans CJK KR" pitchFamily="34" charset="-122"/>
                <a:cs typeface="Noto Sans CJK KR" pitchFamily="34" charset="-120"/>
              </a:rPr>
              <a:t>공개된 사례만 읽기</a:t>
            </a:r>
            <a:endParaRPr lang="ko-KR" sz="1400" dirty="0"/>
          </a:p>
        </p:txBody>
      </p:sp>
      <p:sp>
        <p:nvSpPr>
          <p:cNvPr id="25" name="Shape 23"/>
          <p:cNvSpPr/>
          <p:nvPr/>
        </p:nvSpPr>
        <p:spPr>
          <a:xfrm>
            <a:off x="6272784" y="4489704"/>
            <a:ext cx="5312664" cy="896112"/>
          </a:xfrm>
          <a:prstGeom prst="roundRect">
            <a:avLst>
              <a:gd name="adj" fmla="val 13265"/>
            </a:avLst>
          </a:prstGeom>
          <a:solidFill>
            <a:srgbClr val="FFFFFF"/>
          </a:solidFill>
          <a:ln w="10160">
            <a:solidFill>
              <a:srgbClr val="D9E4E0"/>
            </a:solidFill>
            <a:prstDash val="solid"/>
          </a:ln>
        </p:spPr>
      </p:sp>
      <p:sp>
        <p:nvSpPr>
          <p:cNvPr id="26" name="Text 24"/>
          <p:cNvSpPr/>
          <p:nvPr/>
        </p:nvSpPr>
        <p:spPr>
          <a:xfrm>
            <a:off x="6510528" y="4626864"/>
            <a:ext cx="4782312" cy="320040"/>
          </a:xfrm>
          <a:prstGeom prst="rect">
            <a:avLst/>
          </a:prstGeom>
          <a:noFill/>
          <a:ln/>
        </p:spPr>
        <p:txBody>
          <a:bodyPr wrap="square" lIns="0" tIns="0" rIns="0" bIns="0" rtlCol="0" anchor="ctr"/>
          <a:lstStyle/>
          <a:p>
            <a:pPr indent="0" marL="0">
              <a:buNone/>
            </a:pPr>
            <a:r>
              <a:rPr lang="ko-KR" altLang="en-US" sz="2000" b="1" dirty="0">
                <a:solidFill>
                  <a:srgbClr val="202A3E"/>
                </a:solidFill>
                <a:latin typeface="Noto Sans CJK KR" pitchFamily="34" charset="0"/>
                <a:ea typeface="Noto Sans CJK KR" pitchFamily="34" charset="-122"/>
                <a:cs typeface="Noto Sans CJK KR" pitchFamily="34" charset="-120"/>
              </a:rPr>
              <a:t>다시 방문하기</a:t>
            </a:r>
            <a:endParaRPr lang="ko-KR" sz="2000" dirty="0"/>
          </a:p>
        </p:txBody>
      </p:sp>
      <p:sp>
        <p:nvSpPr>
          <p:cNvPr id="27" name="Text 25"/>
          <p:cNvSpPr/>
          <p:nvPr/>
        </p:nvSpPr>
        <p:spPr>
          <a:xfrm>
            <a:off x="6519672" y="5038344"/>
            <a:ext cx="4754880" cy="219456"/>
          </a:xfrm>
          <a:prstGeom prst="rect">
            <a:avLst/>
          </a:prstGeom>
          <a:noFill/>
          <a:ln/>
        </p:spPr>
        <p:txBody>
          <a:bodyPr wrap="square" lIns="0" tIns="0" rIns="0" bIns="0" rtlCol="0" anchor="ctr"/>
          <a:lstStyle/>
          <a:p>
            <a:pPr indent="0" marL="0">
              <a:buNone/>
            </a:pPr>
            <a:r>
              <a:rPr lang="ko-KR" altLang="en-US" sz="1400" dirty="0">
                <a:solidFill>
                  <a:srgbClr val="646C7D"/>
                </a:solidFill>
                <a:latin typeface="Noto Sans CJK KR" pitchFamily="34" charset="0"/>
                <a:ea typeface="Noto Sans CJK KR" pitchFamily="34" charset="-122"/>
                <a:cs typeface="Noto Sans CJK KR" pitchFamily="34" charset="-120"/>
              </a:rPr>
              <a:t>내 기록 · 요청 준비 이어 쓰기</a:t>
            </a:r>
            <a:endParaRPr lang="ko-KR" sz="1400" dirty="0"/>
          </a:p>
        </p:txBody>
      </p:sp>
      <p:sp>
        <p:nvSpPr>
          <p:cNvPr id="28" name="Text 26"/>
          <p:cNvSpPr/>
          <p:nvPr/>
        </p:nvSpPr>
        <p:spPr>
          <a:xfrm>
            <a:off x="6336792" y="5687568"/>
            <a:ext cx="5166360" cy="393192"/>
          </a:xfrm>
          <a:prstGeom prst="rect">
            <a:avLst/>
          </a:prstGeom>
          <a:noFill/>
          <a:ln/>
        </p:spPr>
        <p:txBody>
          <a:bodyPr wrap="square" lIns="0" tIns="0" rIns="0" bIns="0" rtlCol="0" anchor="ctr"/>
          <a:lstStyle/>
          <a:p>
            <a:pPr indent="0" marL="0">
              <a:buNone/>
            </a:pPr>
            <a:r>
              <a:rPr lang="ko-KR" altLang="en-US" sz="1450" b="1" dirty="0">
                <a:solidFill>
                  <a:srgbClr val="B96237"/>
                </a:solidFill>
                <a:latin typeface="Noto Sans CJK KR" pitchFamily="34" charset="0"/>
                <a:ea typeface="Noto Sans CJK KR" pitchFamily="34" charset="-122"/>
                <a:cs typeface="Noto Sans CJK KR" pitchFamily="34" charset="-120"/>
              </a:rPr>
              <a:t>기기 저장·새 첫 화면·커뮤니티 열람은 미구현</a:t>
            </a:r>
            <a:endParaRPr lang="ko-KR" sz="14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8FAF9"/>
        </a:solidFill>
      </p:bgPr>
    </p:bg>
    <p:spTree>
      <p:nvGrpSpPr>
        <p:cNvPr id="1" name=""/>
        <p:cNvGrpSpPr/>
        <p:nvPr/>
      </p:nvGrpSpPr>
      <p:grpSpPr>
        <a:xfrm>
          <a:off x="0" y="0"/>
          <a:ext cx="0" cy="0"/>
          <a:chOff x="0" y="0"/>
          <a:chExt cx="0" cy="0"/>
        </a:xfrm>
      </p:grpSpPr>
      <p:sp>
        <p:nvSpPr>
          <p:cNvPr id="2" name="Text 0"/>
          <p:cNvSpPr/>
          <p:nvPr/>
        </p:nvSpPr>
        <p:spPr>
          <a:xfrm>
            <a:off x="585216" y="365760"/>
            <a:ext cx="1554480" cy="292608"/>
          </a:xfrm>
          <a:prstGeom prst="rect">
            <a:avLst/>
          </a:prstGeom>
          <a:noFill/>
          <a:ln/>
        </p:spPr>
        <p:txBody>
          <a:bodyPr wrap="square" lIns="0" tIns="0" rIns="0" bIns="0" rtlCol="0" anchor="ctr"/>
          <a:lstStyle/>
          <a:p>
            <a:pPr indent="0" marL="0">
              <a:buNone/>
            </a:pPr>
            <a:r>
              <a:rPr lang="ko-KR" altLang="en-US" sz="1700" b="1" dirty="0">
                <a:solidFill>
                  <a:srgbClr val="3C57B5"/>
                </a:solidFill>
                <a:latin typeface="Noto Sans CJK KR" pitchFamily="34" charset="0"/>
                <a:ea typeface="Noto Sans CJK KR" pitchFamily="34" charset="-122"/>
                <a:cs typeface="Noto Sans CJK KR" pitchFamily="34" charset="-120"/>
              </a:rPr>
              <a:t>SALU</a:t>
            </a:r>
            <a:endParaRPr lang="ko-KR" sz="1700" dirty="0"/>
          </a:p>
        </p:txBody>
      </p:sp>
      <p:sp>
        <p:nvSpPr>
          <p:cNvPr id="3" name="Shape 1"/>
          <p:cNvSpPr/>
          <p:nvPr/>
        </p:nvSpPr>
        <p:spPr>
          <a:xfrm>
            <a:off x="9381744" y="365760"/>
            <a:ext cx="2221992" cy="301752"/>
          </a:xfrm>
          <a:prstGeom prst="roundRect">
            <a:avLst>
              <a:gd name="adj" fmla="val 39394"/>
            </a:avLst>
          </a:prstGeom>
          <a:solidFill>
            <a:srgbClr val="F7EBE3"/>
          </a:solidFill>
          <a:ln w="10160">
            <a:solidFill>
              <a:srgbClr val="F7EBE3"/>
            </a:solidFill>
            <a:prstDash val="solid"/>
          </a:ln>
        </p:spPr>
      </p:sp>
      <p:sp>
        <p:nvSpPr>
          <p:cNvPr id="4" name="Text 2"/>
          <p:cNvSpPr/>
          <p:nvPr/>
        </p:nvSpPr>
        <p:spPr>
          <a:xfrm>
            <a:off x="9454896" y="388620"/>
            <a:ext cx="2075688" cy="246888"/>
          </a:xfrm>
          <a:prstGeom prst="rect">
            <a:avLst/>
          </a:prstGeom>
          <a:noFill/>
          <a:ln/>
        </p:spPr>
        <p:txBody>
          <a:bodyPr wrap="square" lIns="0" tIns="0" rIns="0" bIns="0" rtlCol="0" anchor="ctr"/>
          <a:lstStyle/>
          <a:p>
            <a:pPr algn="ctr" indent="0" marL="0">
              <a:buNone/>
            </a:pPr>
            <a:r>
              <a:rPr lang="ko-KR" altLang="en-US" sz="1050" b="1" dirty="0">
                <a:solidFill>
                  <a:srgbClr val="B96237"/>
                </a:solidFill>
                <a:latin typeface="Noto Sans CJK KR" pitchFamily="34" charset="0"/>
                <a:ea typeface="Noto Sans CJK KR" pitchFamily="34" charset="-122"/>
                <a:cs typeface="Noto Sans CJK KR" pitchFamily="34" charset="-120"/>
              </a:rPr>
              <a:t>설계 제안 · 미구현</a:t>
            </a:r>
            <a:endParaRPr lang="ko-KR" sz="1050" dirty="0"/>
          </a:p>
        </p:txBody>
      </p:sp>
      <p:sp>
        <p:nvSpPr>
          <p:cNvPr id="5" name="Text 3"/>
          <p:cNvSpPr/>
          <p:nvPr/>
        </p:nvSpPr>
        <p:spPr>
          <a:xfrm>
            <a:off x="585216" y="950976"/>
            <a:ext cx="11064240" cy="539496"/>
          </a:xfrm>
          <a:prstGeom prst="rect">
            <a:avLst/>
          </a:prstGeom>
          <a:noFill/>
          <a:ln/>
        </p:spPr>
        <p:txBody>
          <a:bodyPr wrap="square" lIns="0" tIns="0" rIns="0" bIns="0" rtlCol="0" anchor="ctr"/>
          <a:lstStyle/>
          <a:p>
            <a:pPr indent="0" marL="0">
              <a:buNone/>
            </a:pPr>
            <a:r>
              <a:rPr lang="ko-KR" altLang="en-US" sz="3000" b="1" dirty="0">
                <a:solidFill>
                  <a:srgbClr val="202A3E"/>
                </a:solidFill>
                <a:latin typeface="Noto Sans CJK KR" pitchFamily="34" charset="0"/>
                <a:ea typeface="Noto Sans CJK KR" pitchFamily="34" charset="-122"/>
                <a:cs typeface="Noto Sans CJK KR" pitchFamily="34" charset="-120"/>
              </a:rPr>
              <a:t>보관·백업·공유는 각각 사용자가 선택합니다</a:t>
            </a:r>
            <a:endParaRPr lang="ko-KR" sz="3000" dirty="0"/>
          </a:p>
        </p:txBody>
      </p:sp>
      <p:sp>
        <p:nvSpPr>
          <p:cNvPr id="6" name="Text 4"/>
          <p:cNvSpPr/>
          <p:nvPr/>
        </p:nvSpPr>
        <p:spPr>
          <a:xfrm>
            <a:off x="603504" y="1609344"/>
            <a:ext cx="10972800" cy="347472"/>
          </a:xfrm>
          <a:prstGeom prst="rect">
            <a:avLst/>
          </a:prstGeom>
          <a:noFill/>
          <a:ln/>
        </p:spPr>
        <p:txBody>
          <a:bodyPr wrap="square" lIns="0" tIns="0" rIns="0" bIns="0" rtlCol="0" anchor="ctr"/>
          <a:lstStyle/>
          <a:p>
            <a:pPr indent="0" marL="0">
              <a:buNone/>
            </a:pPr>
            <a:r>
              <a:rPr lang="ko-KR" altLang="en-US" sz="1450" dirty="0">
                <a:solidFill>
                  <a:srgbClr val="646C7D"/>
                </a:solidFill>
                <a:latin typeface="Noto Sans CJK KR" pitchFamily="34" charset="0"/>
                <a:ea typeface="Noto Sans CJK KR" pitchFamily="34" charset="-122"/>
                <a:cs typeface="Noto Sans CJK KR" pitchFamily="34" charset="-120"/>
              </a:rPr>
              <a:t>혼자 쓰는 경로도 완결  ·  서버를 쓰는 순간에만 계정과 전달 범위 확인</a:t>
            </a:r>
            <a:endParaRPr lang="ko-KR" sz="1450" dirty="0"/>
          </a:p>
        </p:txBody>
      </p:sp>
      <p:sp>
        <p:nvSpPr>
          <p:cNvPr id="7" name="Shape 5"/>
          <p:cNvSpPr/>
          <p:nvPr/>
        </p:nvSpPr>
        <p:spPr>
          <a:xfrm>
            <a:off x="548640" y="6428232"/>
            <a:ext cx="11082528" cy="0"/>
          </a:xfrm>
          <a:prstGeom prst="line">
            <a:avLst/>
          </a:prstGeom>
          <a:noFill/>
          <a:ln w="16510">
            <a:solidFill>
              <a:srgbClr val="D9E4E0"/>
            </a:solidFill>
            <a:prstDash val="solid"/>
            <a:headEnd type="none"/>
            <a:tailEnd type="none"/>
          </a:ln>
        </p:spPr>
      </p:sp>
      <p:sp>
        <p:nvSpPr>
          <p:cNvPr id="8" name="Text 6"/>
          <p:cNvSpPr/>
          <p:nvPr/>
        </p:nvSpPr>
        <p:spPr>
          <a:xfrm>
            <a:off x="585216" y="6501384"/>
            <a:ext cx="8961120" cy="182880"/>
          </a:xfrm>
          <a:prstGeom prst="rect">
            <a:avLst/>
          </a:prstGeom>
          <a:noFill/>
          <a:ln/>
        </p:spPr>
        <p:txBody>
          <a:bodyPr wrap="square" lIns="0" tIns="0" rIns="0" bIns="0" rtlCol="0" anchor="ctr"/>
          <a:lstStyle/>
          <a:p>
            <a:pPr indent="0" marL="0">
              <a:buNone/>
            </a:pPr>
            <a:r>
              <a:rPr lang="ko-KR" altLang="en-US" sz="1000" dirty="0">
                <a:solidFill>
                  <a:srgbClr val="646C7D"/>
                </a:solidFill>
                <a:latin typeface="Noto Sans CJK KR" pitchFamily="34" charset="0"/>
                <a:ea typeface="Noto Sans CJK KR" pitchFamily="34" charset="-122"/>
                <a:cs typeface="Noto Sans CJK KR" pitchFamily="34" charset="-120"/>
              </a:rPr>
              <a:t>검증 전 발표 예시안  ·  2026.10.10 작성</a:t>
            </a:r>
            <a:endParaRPr lang="ko-KR" sz="1000" dirty="0"/>
          </a:p>
        </p:txBody>
      </p:sp>
      <p:sp>
        <p:nvSpPr>
          <p:cNvPr id="9" name="Text 7"/>
          <p:cNvSpPr/>
          <p:nvPr/>
        </p:nvSpPr>
        <p:spPr>
          <a:xfrm>
            <a:off x="10607040" y="6501384"/>
            <a:ext cx="969264" cy="182880"/>
          </a:xfrm>
          <a:prstGeom prst="rect">
            <a:avLst/>
          </a:prstGeom>
          <a:noFill/>
          <a:ln/>
        </p:spPr>
        <p:txBody>
          <a:bodyPr wrap="square" lIns="0" tIns="0" rIns="0" bIns="0" rtlCol="0" anchor="ctr"/>
          <a:lstStyle/>
          <a:p>
            <a:pPr algn="r" indent="0" marL="0">
              <a:buNone/>
            </a:pPr>
            <a:r>
              <a:rPr lang="ko-KR" altLang="en-US" sz="1000" dirty="0">
                <a:solidFill>
                  <a:srgbClr val="646C7D"/>
                </a:solidFill>
                <a:latin typeface="Noto Sans CJK KR" pitchFamily="34" charset="0"/>
                <a:ea typeface="Noto Sans CJK KR" pitchFamily="34" charset="-122"/>
                <a:cs typeface="Noto Sans CJK KR" pitchFamily="34" charset="-120"/>
              </a:rPr>
              <a:t>04 / 06</a:t>
            </a:r>
            <a:endParaRPr lang="ko-KR" sz="1000" dirty="0"/>
          </a:p>
        </p:txBody>
      </p:sp>
      <p:sp>
        <p:nvSpPr>
          <p:cNvPr id="10" name="Shape 8"/>
          <p:cNvSpPr/>
          <p:nvPr/>
        </p:nvSpPr>
        <p:spPr>
          <a:xfrm>
            <a:off x="594360" y="2313432"/>
            <a:ext cx="4434840" cy="3310128"/>
          </a:xfrm>
          <a:prstGeom prst="roundRect">
            <a:avLst>
              <a:gd name="adj" fmla="val 3591"/>
            </a:avLst>
          </a:prstGeom>
          <a:solidFill>
            <a:srgbClr val="E8F2EE"/>
          </a:solidFill>
          <a:ln w="10160">
            <a:solidFill>
              <a:srgbClr val="E8F2EE"/>
            </a:solidFill>
            <a:prstDash val="solid"/>
          </a:ln>
        </p:spPr>
      </p:sp>
      <p:sp>
        <p:nvSpPr>
          <p:cNvPr id="11" name="Shape 9"/>
          <p:cNvSpPr/>
          <p:nvPr/>
        </p:nvSpPr>
        <p:spPr>
          <a:xfrm>
            <a:off x="841248" y="2551176"/>
            <a:ext cx="2414016" cy="301752"/>
          </a:xfrm>
          <a:prstGeom prst="roundRect">
            <a:avLst>
              <a:gd name="adj" fmla="val 39394"/>
            </a:avLst>
          </a:prstGeom>
          <a:solidFill>
            <a:srgbClr val="E8F2EE"/>
          </a:solidFill>
          <a:ln w="10160">
            <a:solidFill>
              <a:srgbClr val="E8F2EE"/>
            </a:solidFill>
            <a:prstDash val="solid"/>
          </a:ln>
        </p:spPr>
      </p:sp>
      <p:sp>
        <p:nvSpPr>
          <p:cNvPr id="12" name="Text 10"/>
          <p:cNvSpPr/>
          <p:nvPr/>
        </p:nvSpPr>
        <p:spPr>
          <a:xfrm>
            <a:off x="914400" y="2574036"/>
            <a:ext cx="2267712" cy="246888"/>
          </a:xfrm>
          <a:prstGeom prst="rect">
            <a:avLst/>
          </a:prstGeom>
          <a:noFill/>
          <a:ln/>
        </p:spPr>
        <p:txBody>
          <a:bodyPr wrap="square" lIns="0" tIns="0" rIns="0" bIns="0" rtlCol="0" anchor="ctr"/>
          <a:lstStyle/>
          <a:p>
            <a:pPr algn="ctr" indent="0" marL="0">
              <a:buNone/>
            </a:pPr>
            <a:r>
              <a:rPr lang="ko-KR" altLang="en-US" sz="1050" b="1" dirty="0">
                <a:solidFill>
                  <a:srgbClr val="155E59"/>
                </a:solidFill>
                <a:latin typeface="Noto Sans CJK KR" pitchFamily="34" charset="0"/>
                <a:ea typeface="Noto Sans CJK KR" pitchFamily="34" charset="-122"/>
                <a:cs typeface="Noto Sans CJK KR" pitchFamily="34" charset="-120"/>
              </a:rPr>
              <a:t>로그인 없이 개인 사용</a:t>
            </a:r>
            <a:endParaRPr lang="ko-KR" sz="1050" dirty="0"/>
          </a:p>
        </p:txBody>
      </p:sp>
      <p:sp>
        <p:nvSpPr>
          <p:cNvPr id="13" name="Text 11"/>
          <p:cNvSpPr/>
          <p:nvPr/>
        </p:nvSpPr>
        <p:spPr>
          <a:xfrm>
            <a:off x="859536" y="3127248"/>
            <a:ext cx="3931920" cy="411480"/>
          </a:xfrm>
          <a:prstGeom prst="rect">
            <a:avLst/>
          </a:prstGeom>
          <a:noFill/>
          <a:ln/>
        </p:spPr>
        <p:txBody>
          <a:bodyPr wrap="square" lIns="0" tIns="0" rIns="0" bIns="0" rtlCol="0" anchor="ctr"/>
          <a:lstStyle/>
          <a:p>
            <a:pPr indent="0" marL="0">
              <a:buNone/>
            </a:pPr>
            <a:r>
              <a:rPr lang="ko-KR" altLang="en-US" sz="2500" b="1" dirty="0">
                <a:solidFill>
                  <a:srgbClr val="155E59"/>
                </a:solidFill>
                <a:latin typeface="Noto Sans CJK KR" pitchFamily="34" charset="0"/>
                <a:ea typeface="Noto Sans CJK KR" pitchFamily="34" charset="-122"/>
                <a:cs typeface="Noto Sans CJK KR" pitchFamily="34" charset="-120"/>
              </a:rPr>
              <a:t>내 기기에 보관</a:t>
            </a:r>
            <a:endParaRPr lang="ko-KR" sz="2500" dirty="0"/>
          </a:p>
        </p:txBody>
      </p:sp>
      <p:sp>
        <p:nvSpPr>
          <p:cNvPr id="14" name="Text 12"/>
          <p:cNvSpPr/>
          <p:nvPr/>
        </p:nvSpPr>
        <p:spPr>
          <a:xfrm>
            <a:off x="877824" y="3712464"/>
            <a:ext cx="3877056" cy="704088"/>
          </a:xfrm>
          <a:prstGeom prst="rect">
            <a:avLst/>
          </a:prstGeom>
          <a:noFill/>
          <a:ln/>
        </p:spPr>
        <p:txBody>
          <a:bodyPr wrap="square" lIns="0" tIns="0" rIns="0" bIns="0" rtlCol="0" anchor="ctr"/>
          <a:lstStyle/>
          <a:p>
            <a:pPr indent="0" marL="0">
              <a:buNone/>
            </a:pPr>
            <a:r>
              <a:rPr lang="ko-KR" altLang="en-US" sz="1750" dirty="0">
                <a:solidFill>
                  <a:srgbClr val="202A3E"/>
                </a:solidFill>
                <a:latin typeface="Noto Sans CJK KR" pitchFamily="34" charset="0"/>
                <a:ea typeface="Noto Sans CJK KR" pitchFamily="34" charset="-122"/>
                <a:cs typeface="Noto Sans CJK KR" pitchFamily="34" charset="-120"/>
              </a:rPr>
              <a:t>커트 · 날짜별 경과 · 개인 요청 준비</a:t>
            </a:r>
            <a:endParaRPr lang="ko-KR" sz="1750" dirty="0"/>
          </a:p>
          <a:p>
            <a:pPr indent="0" marL="0">
              <a:buNone/>
            </a:pPr>
            <a:r>
              <a:rPr lang="ko-KR" altLang="en-US" sz="1750" dirty="0">
                <a:solidFill>
                  <a:srgbClr val="202A3E"/>
                </a:solidFill>
                <a:latin typeface="Noto Sans CJK KR" pitchFamily="34" charset="0"/>
                <a:ea typeface="Noto Sans CJK KR" pitchFamily="34" charset="-122"/>
                <a:cs typeface="Noto Sans CJK KR" pitchFamily="34" charset="-120"/>
              </a:rPr>
              <a:t>선택 사진은 파일 본체도 보관</a:t>
            </a:r>
            <a:endParaRPr lang="ko-KR" sz="1750" dirty="0"/>
          </a:p>
        </p:txBody>
      </p:sp>
      <p:sp>
        <p:nvSpPr>
          <p:cNvPr id="15" name="Shape 13"/>
          <p:cNvSpPr/>
          <p:nvPr/>
        </p:nvSpPr>
        <p:spPr>
          <a:xfrm>
            <a:off x="877824" y="4636008"/>
            <a:ext cx="3849624" cy="0"/>
          </a:xfrm>
          <a:prstGeom prst="line">
            <a:avLst/>
          </a:prstGeom>
          <a:noFill/>
          <a:ln w="16510">
            <a:solidFill>
              <a:srgbClr val="BAD4CA"/>
            </a:solidFill>
            <a:prstDash val="solid"/>
            <a:headEnd type="none"/>
            <a:tailEnd type="none"/>
          </a:ln>
        </p:spPr>
      </p:sp>
      <p:sp>
        <p:nvSpPr>
          <p:cNvPr id="16" name="Text 14"/>
          <p:cNvSpPr/>
          <p:nvPr/>
        </p:nvSpPr>
        <p:spPr>
          <a:xfrm>
            <a:off x="877824" y="4910328"/>
            <a:ext cx="3867912" cy="384048"/>
          </a:xfrm>
          <a:prstGeom prst="rect">
            <a:avLst/>
          </a:prstGeom>
          <a:noFill/>
          <a:ln/>
        </p:spPr>
        <p:txBody>
          <a:bodyPr wrap="square" lIns="0" tIns="0" rIns="0" bIns="0" rtlCol="0" anchor="ctr"/>
          <a:lstStyle/>
          <a:p>
            <a:pPr indent="0" marL="0">
              <a:buNone/>
            </a:pPr>
            <a:r>
              <a:rPr lang="ko-KR" altLang="en-US" sz="1800" b="1" dirty="0">
                <a:solidFill>
                  <a:srgbClr val="155E59"/>
                </a:solidFill>
                <a:latin typeface="Noto Sans CJK KR" pitchFamily="34" charset="0"/>
                <a:ea typeface="Noto Sans CJK KR" pitchFamily="34" charset="-122"/>
                <a:cs typeface="Noto Sans CJK KR" pitchFamily="34" charset="-120"/>
              </a:rPr>
              <a:t>직접 파일로 백업 · 가져와 복원</a:t>
            </a:r>
            <a:endParaRPr lang="ko-KR" sz="1800" dirty="0"/>
          </a:p>
        </p:txBody>
      </p:sp>
      <p:sp>
        <p:nvSpPr>
          <p:cNvPr id="17" name="Text 15"/>
          <p:cNvSpPr/>
          <p:nvPr/>
        </p:nvSpPr>
        <p:spPr>
          <a:xfrm>
            <a:off x="5193792" y="3758184"/>
            <a:ext cx="539496" cy="457200"/>
          </a:xfrm>
          <a:prstGeom prst="rect">
            <a:avLst/>
          </a:prstGeom>
          <a:noFill/>
          <a:ln/>
        </p:spPr>
        <p:txBody>
          <a:bodyPr wrap="square" lIns="0" tIns="0" rIns="0" bIns="0" rtlCol="0" anchor="ctr"/>
          <a:lstStyle/>
          <a:p>
            <a:pPr algn="ctr" indent="0" marL="0">
              <a:buNone/>
            </a:pPr>
            <a:r>
              <a:rPr lang="ko-KR" altLang="en-US" sz="3000" dirty="0">
                <a:solidFill>
                  <a:srgbClr val="646C7D"/>
                </a:solidFill>
                <a:latin typeface="Noto Sans CJK KR" pitchFamily="34" charset="0"/>
                <a:ea typeface="Noto Sans CJK KR" pitchFamily="34" charset="-122"/>
                <a:cs typeface="Noto Sans CJK KR" pitchFamily="34" charset="-120"/>
              </a:rPr>
              <a:t>→</a:t>
            </a:r>
            <a:endParaRPr lang="ko-KR" sz="3000" dirty="0"/>
          </a:p>
        </p:txBody>
      </p:sp>
      <p:sp>
        <p:nvSpPr>
          <p:cNvPr id="18" name="Shape 16"/>
          <p:cNvSpPr/>
          <p:nvPr/>
        </p:nvSpPr>
        <p:spPr>
          <a:xfrm>
            <a:off x="6007608" y="2313432"/>
            <a:ext cx="5577840" cy="987552"/>
          </a:xfrm>
          <a:prstGeom prst="roundRect">
            <a:avLst>
              <a:gd name="adj" fmla="val 12037"/>
            </a:avLst>
          </a:prstGeom>
          <a:solidFill>
            <a:srgbClr val="FFFFFF"/>
          </a:solidFill>
          <a:ln w="10160">
            <a:solidFill>
              <a:srgbClr val="D9E4E0"/>
            </a:solidFill>
            <a:prstDash val="solid"/>
          </a:ln>
        </p:spPr>
      </p:sp>
      <p:sp>
        <p:nvSpPr>
          <p:cNvPr id="19" name="Text 17"/>
          <p:cNvSpPr/>
          <p:nvPr/>
        </p:nvSpPr>
        <p:spPr>
          <a:xfrm>
            <a:off x="6245352" y="2468880"/>
            <a:ext cx="5065776" cy="320040"/>
          </a:xfrm>
          <a:prstGeom prst="rect">
            <a:avLst/>
          </a:prstGeom>
          <a:noFill/>
          <a:ln/>
        </p:spPr>
        <p:txBody>
          <a:bodyPr wrap="square" lIns="0" tIns="0" rIns="0" bIns="0" rtlCol="0" anchor="ctr"/>
          <a:lstStyle/>
          <a:p>
            <a:pPr indent="0" marL="0">
              <a:buNone/>
            </a:pPr>
            <a:r>
              <a:rPr lang="ko-KR" altLang="en-US" sz="2000" b="1" dirty="0">
                <a:solidFill>
                  <a:srgbClr val="202A3E"/>
                </a:solidFill>
                <a:latin typeface="Noto Sans CJK KR" pitchFamily="34" charset="0"/>
                <a:ea typeface="Noto Sans CJK KR" pitchFamily="34" charset="-122"/>
                <a:cs typeface="Noto Sans CJK KR" pitchFamily="34" charset="-120"/>
              </a:rPr>
              <a:t>비공개 서버 백업</a:t>
            </a:r>
            <a:endParaRPr lang="ko-KR" sz="2000" dirty="0"/>
          </a:p>
        </p:txBody>
      </p:sp>
      <p:sp>
        <p:nvSpPr>
          <p:cNvPr id="20" name="Text 18"/>
          <p:cNvSpPr/>
          <p:nvPr/>
        </p:nvSpPr>
        <p:spPr>
          <a:xfrm>
            <a:off x="6263640" y="2916936"/>
            <a:ext cx="5010912" cy="246888"/>
          </a:xfrm>
          <a:prstGeom prst="rect">
            <a:avLst/>
          </a:prstGeom>
          <a:noFill/>
          <a:ln/>
        </p:spPr>
        <p:txBody>
          <a:bodyPr wrap="square" lIns="0" tIns="0" rIns="0" bIns="0" rtlCol="0" anchor="ctr"/>
          <a:lstStyle/>
          <a:p>
            <a:pPr indent="0" marL="0">
              <a:buNone/>
            </a:pPr>
            <a:r>
              <a:rPr lang="ko-KR" altLang="en-US" sz="1450" dirty="0">
                <a:solidFill>
                  <a:srgbClr val="646C7D"/>
                </a:solidFill>
                <a:latin typeface="Noto Sans CJK KR" pitchFamily="34" charset="0"/>
                <a:ea typeface="Noto Sans CJK KR" pitchFamily="34" charset="-122"/>
                <a:cs typeface="Noto Sans CJK KR" pitchFamily="34" charset="-120"/>
              </a:rPr>
              <a:t>내 계정에 명시적으로 보관 · 복원</a:t>
            </a:r>
            <a:endParaRPr lang="ko-KR" sz="1450" dirty="0"/>
          </a:p>
        </p:txBody>
      </p:sp>
      <p:sp>
        <p:nvSpPr>
          <p:cNvPr id="21" name="Shape 19"/>
          <p:cNvSpPr/>
          <p:nvPr/>
        </p:nvSpPr>
        <p:spPr>
          <a:xfrm>
            <a:off x="6007608" y="3456432"/>
            <a:ext cx="5577840" cy="987552"/>
          </a:xfrm>
          <a:prstGeom prst="roundRect">
            <a:avLst>
              <a:gd name="adj" fmla="val 12037"/>
            </a:avLst>
          </a:prstGeom>
          <a:solidFill>
            <a:srgbClr val="FFFFFF"/>
          </a:solidFill>
          <a:ln w="10160">
            <a:solidFill>
              <a:srgbClr val="D9E4E0"/>
            </a:solidFill>
            <a:prstDash val="solid"/>
          </a:ln>
        </p:spPr>
      </p:sp>
      <p:sp>
        <p:nvSpPr>
          <p:cNvPr id="22" name="Text 20"/>
          <p:cNvSpPr/>
          <p:nvPr/>
        </p:nvSpPr>
        <p:spPr>
          <a:xfrm>
            <a:off x="6245352" y="3611880"/>
            <a:ext cx="5065776" cy="320040"/>
          </a:xfrm>
          <a:prstGeom prst="rect">
            <a:avLst/>
          </a:prstGeom>
          <a:noFill/>
          <a:ln/>
        </p:spPr>
        <p:txBody>
          <a:bodyPr wrap="square" lIns="0" tIns="0" rIns="0" bIns="0" rtlCol="0" anchor="ctr"/>
          <a:lstStyle/>
          <a:p>
            <a:pPr indent="0" marL="0">
              <a:buNone/>
            </a:pPr>
            <a:r>
              <a:rPr lang="ko-KR" altLang="en-US" sz="2000" b="1" dirty="0">
                <a:solidFill>
                  <a:srgbClr val="202A3E"/>
                </a:solidFill>
                <a:latin typeface="Noto Sans CJK KR" pitchFamily="34" charset="0"/>
                <a:ea typeface="Noto Sans CJK KR" pitchFamily="34" charset="-122"/>
                <a:cs typeface="Noto Sans CJK KR" pitchFamily="34" charset="-120"/>
              </a:rPr>
              <a:t>디자이너 1:1 상담</a:t>
            </a:r>
            <a:endParaRPr lang="ko-KR" sz="2000" dirty="0"/>
          </a:p>
        </p:txBody>
      </p:sp>
      <p:sp>
        <p:nvSpPr>
          <p:cNvPr id="23" name="Text 21"/>
          <p:cNvSpPr/>
          <p:nvPr/>
        </p:nvSpPr>
        <p:spPr>
          <a:xfrm>
            <a:off x="6263640" y="4059936"/>
            <a:ext cx="5010912" cy="246888"/>
          </a:xfrm>
          <a:prstGeom prst="rect">
            <a:avLst/>
          </a:prstGeom>
          <a:noFill/>
          <a:ln/>
        </p:spPr>
        <p:txBody>
          <a:bodyPr wrap="square" lIns="0" tIns="0" rIns="0" bIns="0" rtlCol="0" anchor="ctr"/>
          <a:lstStyle/>
          <a:p>
            <a:pPr indent="0" marL="0">
              <a:buNone/>
            </a:pPr>
            <a:r>
              <a:rPr lang="ko-KR" altLang="en-US" sz="1450" dirty="0">
                <a:solidFill>
                  <a:srgbClr val="646C7D"/>
                </a:solidFill>
                <a:latin typeface="Noto Sans CJK KR" pitchFamily="34" charset="0"/>
                <a:ea typeface="Noto Sans CJK KR" pitchFamily="34" charset="-122"/>
                <a:cs typeface="Noto Sans CJK KR" pitchFamily="34" charset="-120"/>
              </a:rPr>
              <a:t>선택한 상대에게 고른 자료만 전송</a:t>
            </a:r>
            <a:endParaRPr lang="ko-KR" sz="1450" dirty="0"/>
          </a:p>
        </p:txBody>
      </p:sp>
      <p:sp>
        <p:nvSpPr>
          <p:cNvPr id="24" name="Shape 22"/>
          <p:cNvSpPr/>
          <p:nvPr/>
        </p:nvSpPr>
        <p:spPr>
          <a:xfrm>
            <a:off x="6007608" y="4599432"/>
            <a:ext cx="5577840" cy="987552"/>
          </a:xfrm>
          <a:prstGeom prst="roundRect">
            <a:avLst>
              <a:gd name="adj" fmla="val 12037"/>
            </a:avLst>
          </a:prstGeom>
          <a:solidFill>
            <a:srgbClr val="FFFFFF"/>
          </a:solidFill>
          <a:ln w="10160">
            <a:solidFill>
              <a:srgbClr val="D9E4E0"/>
            </a:solidFill>
            <a:prstDash val="solid"/>
          </a:ln>
        </p:spPr>
      </p:sp>
      <p:sp>
        <p:nvSpPr>
          <p:cNvPr id="25" name="Text 23"/>
          <p:cNvSpPr/>
          <p:nvPr/>
        </p:nvSpPr>
        <p:spPr>
          <a:xfrm>
            <a:off x="6245352" y="4754880"/>
            <a:ext cx="5065776" cy="320040"/>
          </a:xfrm>
          <a:prstGeom prst="rect">
            <a:avLst/>
          </a:prstGeom>
          <a:noFill/>
          <a:ln/>
        </p:spPr>
        <p:txBody>
          <a:bodyPr wrap="square" lIns="0" tIns="0" rIns="0" bIns="0" rtlCol="0" anchor="ctr"/>
          <a:lstStyle/>
          <a:p>
            <a:pPr indent="0" marL="0">
              <a:buNone/>
            </a:pPr>
            <a:r>
              <a:rPr lang="ko-KR" altLang="en-US" sz="2000" b="1" dirty="0">
                <a:solidFill>
                  <a:srgbClr val="202A3E"/>
                </a:solidFill>
                <a:latin typeface="Noto Sans CJK KR" pitchFamily="34" charset="0"/>
                <a:ea typeface="Noto Sans CJK KR" pitchFamily="34" charset="-122"/>
                <a:cs typeface="Noto Sans CJK KR" pitchFamily="34" charset="-120"/>
              </a:rPr>
              <a:t>커뮤니티 공개</a:t>
            </a:r>
            <a:endParaRPr lang="ko-KR" sz="2000" dirty="0"/>
          </a:p>
        </p:txBody>
      </p:sp>
      <p:sp>
        <p:nvSpPr>
          <p:cNvPr id="26" name="Text 24"/>
          <p:cNvSpPr/>
          <p:nvPr/>
        </p:nvSpPr>
        <p:spPr>
          <a:xfrm>
            <a:off x="6263640" y="5202936"/>
            <a:ext cx="5010912" cy="246888"/>
          </a:xfrm>
          <a:prstGeom prst="rect">
            <a:avLst/>
          </a:prstGeom>
          <a:noFill/>
          <a:ln/>
        </p:spPr>
        <p:txBody>
          <a:bodyPr wrap="square" lIns="0" tIns="0" rIns="0" bIns="0" rtlCol="0" anchor="ctr"/>
          <a:lstStyle/>
          <a:p>
            <a:pPr indent="0" marL="0">
              <a:buNone/>
            </a:pPr>
            <a:r>
              <a:rPr lang="ko-KR" altLang="en-US" sz="1450" dirty="0">
                <a:solidFill>
                  <a:srgbClr val="646C7D"/>
                </a:solidFill>
                <a:latin typeface="Noto Sans CJK KR" pitchFamily="34" charset="0"/>
                <a:ea typeface="Noto Sans CJK KR" pitchFamily="34" charset="-122"/>
                <a:cs typeface="Noto Sans CJK KR" pitchFamily="34" charset="-120"/>
              </a:rPr>
              <a:t>내가 공개할 사례만 별도로 게시</a:t>
            </a:r>
            <a:endParaRPr lang="ko-KR" sz="1450" dirty="0"/>
          </a:p>
        </p:txBody>
      </p:sp>
      <p:sp>
        <p:nvSpPr>
          <p:cNvPr id="27" name="Shape 25"/>
          <p:cNvSpPr/>
          <p:nvPr/>
        </p:nvSpPr>
        <p:spPr>
          <a:xfrm>
            <a:off x="594360" y="5806440"/>
            <a:ext cx="10991088" cy="374904"/>
          </a:xfrm>
          <a:prstGeom prst="roundRect">
            <a:avLst>
              <a:gd name="adj" fmla="val 31707"/>
            </a:avLst>
          </a:prstGeom>
          <a:solidFill>
            <a:srgbClr val="173A3A"/>
          </a:solidFill>
          <a:ln w="10160">
            <a:solidFill>
              <a:srgbClr val="173A3A"/>
            </a:solidFill>
            <a:prstDash val="solid"/>
          </a:ln>
        </p:spPr>
      </p:sp>
      <p:sp>
        <p:nvSpPr>
          <p:cNvPr id="28" name="Text 26"/>
          <p:cNvSpPr/>
          <p:nvPr/>
        </p:nvSpPr>
        <p:spPr>
          <a:xfrm>
            <a:off x="804672" y="5852160"/>
            <a:ext cx="10570464" cy="265176"/>
          </a:xfrm>
          <a:prstGeom prst="rect">
            <a:avLst/>
          </a:prstGeom>
          <a:noFill/>
          <a:ln/>
        </p:spPr>
        <p:txBody>
          <a:bodyPr wrap="square" lIns="0" tIns="0" rIns="0" bIns="0" rtlCol="0" anchor="ctr"/>
          <a:lstStyle/>
          <a:p>
            <a:pPr algn="ctr" indent="0" marL="0">
              <a:buNone/>
            </a:pPr>
            <a:r>
              <a:rPr lang="ko-KR" altLang="en-US" sz="1550" b="1" dirty="0">
                <a:solidFill>
                  <a:srgbClr val="FFFFFF"/>
                </a:solidFill>
                <a:latin typeface="Noto Sans CJK KR" pitchFamily="34" charset="0"/>
                <a:ea typeface="Noto Sans CJK KR" pitchFamily="34" charset="-122"/>
                <a:cs typeface="Noto Sans CJK KR" pitchFamily="34" charset="-120"/>
              </a:rPr>
              <a:t>로그인만으로 업로드하지 않기  ·  로그아웃해도 기기 기록 유지</a:t>
            </a:r>
            <a:endParaRPr lang="ko-KR" sz="15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8FAF9"/>
        </a:solidFill>
      </p:bgPr>
    </p:bg>
    <p:spTree>
      <p:nvGrpSpPr>
        <p:cNvPr id="1" name=""/>
        <p:cNvGrpSpPr/>
        <p:nvPr/>
      </p:nvGrpSpPr>
      <p:grpSpPr>
        <a:xfrm>
          <a:off x="0" y="0"/>
          <a:ext cx="0" cy="0"/>
          <a:chOff x="0" y="0"/>
          <a:chExt cx="0" cy="0"/>
        </a:xfrm>
      </p:grpSpPr>
      <p:sp>
        <p:nvSpPr>
          <p:cNvPr id="2" name="Text 0"/>
          <p:cNvSpPr/>
          <p:nvPr/>
        </p:nvSpPr>
        <p:spPr>
          <a:xfrm>
            <a:off x="585216" y="365760"/>
            <a:ext cx="1554480" cy="292608"/>
          </a:xfrm>
          <a:prstGeom prst="rect">
            <a:avLst/>
          </a:prstGeom>
          <a:noFill/>
          <a:ln/>
        </p:spPr>
        <p:txBody>
          <a:bodyPr wrap="square" lIns="0" tIns="0" rIns="0" bIns="0" rtlCol="0" anchor="ctr"/>
          <a:lstStyle/>
          <a:p>
            <a:pPr indent="0" marL="0">
              <a:buNone/>
            </a:pPr>
            <a:r>
              <a:rPr lang="ko-KR" altLang="en-US" sz="1700" b="1" dirty="0">
                <a:solidFill>
                  <a:srgbClr val="3C57B5"/>
                </a:solidFill>
                <a:latin typeface="Noto Sans CJK KR" pitchFamily="34" charset="0"/>
                <a:ea typeface="Noto Sans CJK KR" pitchFamily="34" charset="-122"/>
                <a:cs typeface="Noto Sans CJK KR" pitchFamily="34" charset="-120"/>
              </a:rPr>
              <a:t>SALU</a:t>
            </a:r>
            <a:endParaRPr lang="ko-KR" sz="1700" dirty="0"/>
          </a:p>
        </p:txBody>
      </p:sp>
      <p:sp>
        <p:nvSpPr>
          <p:cNvPr id="3" name="Shape 1"/>
          <p:cNvSpPr/>
          <p:nvPr/>
        </p:nvSpPr>
        <p:spPr>
          <a:xfrm>
            <a:off x="9381744" y="365760"/>
            <a:ext cx="2221992" cy="301752"/>
          </a:xfrm>
          <a:prstGeom prst="roundRect">
            <a:avLst>
              <a:gd name="adj" fmla="val 39394"/>
            </a:avLst>
          </a:prstGeom>
          <a:solidFill>
            <a:srgbClr val="F7EBE3"/>
          </a:solidFill>
          <a:ln w="10160">
            <a:solidFill>
              <a:srgbClr val="F7EBE3"/>
            </a:solidFill>
            <a:prstDash val="solid"/>
          </a:ln>
        </p:spPr>
      </p:sp>
      <p:sp>
        <p:nvSpPr>
          <p:cNvPr id="4" name="Text 2"/>
          <p:cNvSpPr/>
          <p:nvPr/>
        </p:nvSpPr>
        <p:spPr>
          <a:xfrm>
            <a:off x="9454896" y="388620"/>
            <a:ext cx="2075688" cy="246888"/>
          </a:xfrm>
          <a:prstGeom prst="rect">
            <a:avLst/>
          </a:prstGeom>
          <a:noFill/>
          <a:ln/>
        </p:spPr>
        <p:txBody>
          <a:bodyPr wrap="square" lIns="0" tIns="0" rIns="0" bIns="0" rtlCol="0" anchor="ctr"/>
          <a:lstStyle/>
          <a:p>
            <a:pPr algn="ctr" indent="0" marL="0">
              <a:buNone/>
            </a:pPr>
            <a:r>
              <a:rPr lang="ko-KR" altLang="en-US" sz="1050" b="1" dirty="0">
                <a:solidFill>
                  <a:srgbClr val="B96237"/>
                </a:solidFill>
                <a:latin typeface="Noto Sans CJK KR" pitchFamily="34" charset="0"/>
                <a:ea typeface="Noto Sans CJK KR" pitchFamily="34" charset="-122"/>
                <a:cs typeface="Noto Sans CJK KR" pitchFamily="34" charset="-120"/>
              </a:rPr>
              <a:t>다음 목표 · 검증 전</a:t>
            </a:r>
            <a:endParaRPr lang="ko-KR" sz="1050" dirty="0"/>
          </a:p>
        </p:txBody>
      </p:sp>
      <p:sp>
        <p:nvSpPr>
          <p:cNvPr id="5" name="Text 3"/>
          <p:cNvSpPr/>
          <p:nvPr/>
        </p:nvSpPr>
        <p:spPr>
          <a:xfrm>
            <a:off x="585216" y="950976"/>
            <a:ext cx="11064240" cy="539496"/>
          </a:xfrm>
          <a:prstGeom prst="rect">
            <a:avLst/>
          </a:prstGeom>
          <a:noFill/>
          <a:ln/>
        </p:spPr>
        <p:txBody>
          <a:bodyPr wrap="square" lIns="0" tIns="0" rIns="0" bIns="0" rtlCol="0" anchor="ctr"/>
          <a:lstStyle/>
          <a:p>
            <a:pPr indent="0" marL="0">
              <a:buNone/>
            </a:pPr>
            <a:r>
              <a:rPr lang="ko-KR" altLang="en-US" sz="3000" b="1" dirty="0">
                <a:solidFill>
                  <a:srgbClr val="202A3E"/>
                </a:solidFill>
                <a:latin typeface="Noto Sans CJK KR" pitchFamily="34" charset="0"/>
                <a:ea typeface="Noto Sans CJK KR" pitchFamily="34" charset="-122"/>
                <a:cs typeface="Noto Sans CJK KR" pitchFamily="34" charset="-120"/>
              </a:rPr>
              <a:t>7주차는 저장한 기록을 다시 여는 것까지</a:t>
            </a:r>
            <a:endParaRPr lang="ko-KR" sz="3000" dirty="0"/>
          </a:p>
        </p:txBody>
      </p:sp>
      <p:sp>
        <p:nvSpPr>
          <p:cNvPr id="6" name="Text 4"/>
          <p:cNvSpPr/>
          <p:nvPr/>
        </p:nvSpPr>
        <p:spPr>
          <a:xfrm>
            <a:off x="603504" y="1609344"/>
            <a:ext cx="10972800" cy="347472"/>
          </a:xfrm>
          <a:prstGeom prst="rect">
            <a:avLst/>
          </a:prstGeom>
          <a:noFill/>
          <a:ln/>
        </p:spPr>
        <p:txBody>
          <a:bodyPr wrap="square" lIns="0" tIns="0" rIns="0" bIns="0" rtlCol="0" anchor="ctr"/>
          <a:lstStyle/>
          <a:p>
            <a:pPr indent="0" marL="0">
              <a:buNone/>
            </a:pPr>
            <a:r>
              <a:rPr lang="ko-KR" altLang="en-US" sz="1450" dirty="0">
                <a:solidFill>
                  <a:srgbClr val="646C7D"/>
                </a:solidFill>
                <a:latin typeface="Noto Sans CJK KR" pitchFamily="34" charset="0"/>
                <a:ea typeface="Noto Sans CJK KR" pitchFamily="34" charset="-122"/>
                <a:cs typeface="Noto Sans CJK KR" pitchFamily="34" charset="-120"/>
              </a:rPr>
              <a:t>다음 구현·검증 목표  ·  지금 동작하는 기능과 앞으로 확인할 기준을 구분</a:t>
            </a:r>
            <a:endParaRPr lang="ko-KR" sz="1450" dirty="0"/>
          </a:p>
        </p:txBody>
      </p:sp>
      <p:sp>
        <p:nvSpPr>
          <p:cNvPr id="7" name="Shape 5"/>
          <p:cNvSpPr/>
          <p:nvPr/>
        </p:nvSpPr>
        <p:spPr>
          <a:xfrm>
            <a:off x="548640" y="6428232"/>
            <a:ext cx="11082528" cy="0"/>
          </a:xfrm>
          <a:prstGeom prst="line">
            <a:avLst/>
          </a:prstGeom>
          <a:noFill/>
          <a:ln w="16510">
            <a:solidFill>
              <a:srgbClr val="D9E4E0"/>
            </a:solidFill>
            <a:prstDash val="solid"/>
            <a:headEnd type="none"/>
            <a:tailEnd type="none"/>
          </a:ln>
        </p:spPr>
      </p:sp>
      <p:sp>
        <p:nvSpPr>
          <p:cNvPr id="8" name="Text 6"/>
          <p:cNvSpPr/>
          <p:nvPr/>
        </p:nvSpPr>
        <p:spPr>
          <a:xfrm>
            <a:off x="585216" y="6501384"/>
            <a:ext cx="8961120" cy="182880"/>
          </a:xfrm>
          <a:prstGeom prst="rect">
            <a:avLst/>
          </a:prstGeom>
          <a:noFill/>
          <a:ln/>
        </p:spPr>
        <p:txBody>
          <a:bodyPr wrap="square" lIns="0" tIns="0" rIns="0" bIns="0" rtlCol="0" anchor="ctr"/>
          <a:lstStyle/>
          <a:p>
            <a:pPr indent="0" marL="0">
              <a:buNone/>
            </a:pPr>
            <a:r>
              <a:rPr lang="ko-KR" altLang="en-US" sz="1000" dirty="0">
                <a:solidFill>
                  <a:srgbClr val="646C7D"/>
                </a:solidFill>
                <a:latin typeface="Noto Sans CJK KR" pitchFamily="34" charset="0"/>
                <a:ea typeface="Noto Sans CJK KR" pitchFamily="34" charset="-122"/>
                <a:cs typeface="Noto Sans CJK KR" pitchFamily="34" charset="-120"/>
              </a:rPr>
              <a:t>검증 전 발표 예시안  ·  2026.10.10 작성</a:t>
            </a:r>
            <a:endParaRPr lang="ko-KR" sz="1000" dirty="0"/>
          </a:p>
        </p:txBody>
      </p:sp>
      <p:sp>
        <p:nvSpPr>
          <p:cNvPr id="9" name="Text 7"/>
          <p:cNvSpPr/>
          <p:nvPr/>
        </p:nvSpPr>
        <p:spPr>
          <a:xfrm>
            <a:off x="10607040" y="6501384"/>
            <a:ext cx="969264" cy="182880"/>
          </a:xfrm>
          <a:prstGeom prst="rect">
            <a:avLst/>
          </a:prstGeom>
          <a:noFill/>
          <a:ln/>
        </p:spPr>
        <p:txBody>
          <a:bodyPr wrap="square" lIns="0" tIns="0" rIns="0" bIns="0" rtlCol="0" anchor="ctr"/>
          <a:lstStyle/>
          <a:p>
            <a:pPr algn="r" indent="0" marL="0">
              <a:buNone/>
            </a:pPr>
            <a:r>
              <a:rPr lang="ko-KR" altLang="en-US" sz="1000" dirty="0">
                <a:solidFill>
                  <a:srgbClr val="646C7D"/>
                </a:solidFill>
                <a:latin typeface="Noto Sans CJK KR" pitchFamily="34" charset="0"/>
                <a:ea typeface="Noto Sans CJK KR" pitchFamily="34" charset="-122"/>
                <a:cs typeface="Noto Sans CJK KR" pitchFamily="34" charset="-120"/>
              </a:rPr>
              <a:t>05 / 06</a:t>
            </a:r>
            <a:endParaRPr lang="ko-KR" sz="1000" dirty="0"/>
          </a:p>
        </p:txBody>
      </p:sp>
      <p:sp>
        <p:nvSpPr>
          <p:cNvPr id="10" name="Shape 8"/>
          <p:cNvSpPr/>
          <p:nvPr/>
        </p:nvSpPr>
        <p:spPr>
          <a:xfrm>
            <a:off x="594360" y="2359152"/>
            <a:ext cx="2523744" cy="2157984"/>
          </a:xfrm>
          <a:prstGeom prst="roundRect">
            <a:avLst>
              <a:gd name="adj" fmla="val 5508"/>
            </a:avLst>
          </a:prstGeom>
          <a:solidFill>
            <a:srgbClr val="FFFFFF"/>
          </a:solidFill>
          <a:ln w="10160">
            <a:solidFill>
              <a:srgbClr val="D9E4E0"/>
            </a:solidFill>
            <a:prstDash val="solid"/>
          </a:ln>
        </p:spPr>
      </p:sp>
      <p:sp>
        <p:nvSpPr>
          <p:cNvPr id="11" name="Text 9"/>
          <p:cNvSpPr/>
          <p:nvPr/>
        </p:nvSpPr>
        <p:spPr>
          <a:xfrm>
            <a:off x="795528" y="2569464"/>
            <a:ext cx="2075688" cy="292608"/>
          </a:xfrm>
          <a:prstGeom prst="rect">
            <a:avLst/>
          </a:prstGeom>
          <a:noFill/>
          <a:ln/>
        </p:spPr>
        <p:txBody>
          <a:bodyPr wrap="square" lIns="0" tIns="0" rIns="0" bIns="0" rtlCol="0" anchor="ctr"/>
          <a:lstStyle/>
          <a:p>
            <a:pPr indent="0" marL="0">
              <a:buNone/>
            </a:pPr>
            <a:r>
              <a:rPr lang="ko-KR" altLang="en-US" sz="1500" b="1" dirty="0">
                <a:solidFill>
                  <a:srgbClr val="155E59"/>
                </a:solidFill>
                <a:latin typeface="Noto Sans CJK KR" pitchFamily="34" charset="0"/>
                <a:ea typeface="Noto Sans CJK KR" pitchFamily="34" charset="-122"/>
                <a:cs typeface="Noto Sans CJK KR" pitchFamily="34" charset="-120"/>
              </a:rPr>
              <a:t>01</a:t>
            </a:r>
            <a:endParaRPr lang="ko-KR" sz="1500" dirty="0"/>
          </a:p>
        </p:txBody>
      </p:sp>
      <p:sp>
        <p:nvSpPr>
          <p:cNvPr id="12" name="Text 10"/>
          <p:cNvSpPr/>
          <p:nvPr/>
        </p:nvSpPr>
        <p:spPr>
          <a:xfrm>
            <a:off x="795528" y="3063240"/>
            <a:ext cx="2103120" cy="365760"/>
          </a:xfrm>
          <a:prstGeom prst="rect">
            <a:avLst/>
          </a:prstGeom>
          <a:noFill/>
          <a:ln/>
        </p:spPr>
        <p:txBody>
          <a:bodyPr wrap="square" lIns="0" tIns="0" rIns="0" bIns="0" rtlCol="0" anchor="ctr"/>
          <a:lstStyle/>
          <a:p>
            <a:pPr indent="0" marL="0">
              <a:buNone/>
            </a:pPr>
            <a:r>
              <a:rPr lang="ko-KR" altLang="en-US" sz="2300" b="1" dirty="0">
                <a:solidFill>
                  <a:srgbClr val="202A3E"/>
                </a:solidFill>
                <a:latin typeface="Noto Sans CJK KR" pitchFamily="34" charset="0"/>
                <a:ea typeface="Noto Sans CJK KR" pitchFamily="34" charset="-122"/>
                <a:cs typeface="Noto Sans CJK KR" pitchFamily="34" charset="-120"/>
              </a:rPr>
              <a:t>기록 시작</a:t>
            </a:r>
            <a:endParaRPr lang="ko-KR" sz="2300" dirty="0"/>
          </a:p>
        </p:txBody>
      </p:sp>
      <p:sp>
        <p:nvSpPr>
          <p:cNvPr id="13" name="Text 11"/>
          <p:cNvSpPr/>
          <p:nvPr/>
        </p:nvSpPr>
        <p:spPr>
          <a:xfrm>
            <a:off x="795528" y="3666744"/>
            <a:ext cx="2093976" cy="594360"/>
          </a:xfrm>
          <a:prstGeom prst="rect">
            <a:avLst/>
          </a:prstGeom>
          <a:noFill/>
          <a:ln/>
        </p:spPr>
        <p:txBody>
          <a:bodyPr wrap="square" lIns="0" tIns="0" rIns="0" bIns="0" rtlCol="0" anchor="ctr"/>
          <a:lstStyle/>
          <a:p>
            <a:pPr indent="0" marL="0">
              <a:buNone/>
            </a:pPr>
            <a:r>
              <a:rPr lang="ko-KR" altLang="en-US" sz="1500" dirty="0">
                <a:solidFill>
                  <a:srgbClr val="646C7D"/>
                </a:solidFill>
                <a:latin typeface="Noto Sans CJK KR" pitchFamily="34" charset="0"/>
                <a:ea typeface="Noto Sans CJK KR" pitchFamily="34" charset="-122"/>
                <a:cs typeface="Noto Sans CJK KR" pitchFamily="34" charset="-120"/>
              </a:rPr>
              <a:t>첫 제안에서</a:t>
            </a:r>
            <a:endParaRPr lang="ko-KR" sz="1500" dirty="0"/>
          </a:p>
          <a:p>
            <a:pPr indent="0" marL="0">
              <a:buNone/>
            </a:pPr>
            <a:r>
              <a:rPr lang="ko-KR" altLang="en-US" sz="1500" dirty="0">
                <a:solidFill>
                  <a:srgbClr val="646C7D"/>
                </a:solidFill>
                <a:latin typeface="Noto Sans CJK KR" pitchFamily="34" charset="0"/>
                <a:ea typeface="Noto Sans CJK KR" pitchFamily="34" charset="-122"/>
                <a:cs typeface="Noto Sans CJK KR" pitchFamily="34" charset="-120"/>
              </a:rPr>
              <a:t>작성 / 건너뛰기</a:t>
            </a:r>
            <a:endParaRPr lang="ko-KR" sz="1500" dirty="0"/>
          </a:p>
        </p:txBody>
      </p:sp>
      <p:sp>
        <p:nvSpPr>
          <p:cNvPr id="14" name="Text 12"/>
          <p:cNvSpPr/>
          <p:nvPr/>
        </p:nvSpPr>
        <p:spPr>
          <a:xfrm>
            <a:off x="3154680" y="3273552"/>
            <a:ext cx="265176" cy="310896"/>
          </a:xfrm>
          <a:prstGeom prst="rect">
            <a:avLst/>
          </a:prstGeom>
          <a:noFill/>
          <a:ln/>
        </p:spPr>
        <p:txBody>
          <a:bodyPr wrap="square" lIns="0" tIns="0" rIns="0" bIns="0" rtlCol="0" anchor="ctr"/>
          <a:lstStyle/>
          <a:p>
            <a:pPr algn="ctr" indent="0" marL="0">
              <a:buNone/>
            </a:pPr>
            <a:r>
              <a:rPr lang="ko-KR" altLang="en-US" sz="1700" dirty="0">
                <a:solidFill>
                  <a:srgbClr val="646C7D"/>
                </a:solidFill>
                <a:latin typeface="Noto Sans CJK KR" pitchFamily="34" charset="0"/>
                <a:ea typeface="Noto Sans CJK KR" pitchFamily="34" charset="-122"/>
                <a:cs typeface="Noto Sans CJK KR" pitchFamily="34" charset="-120"/>
              </a:rPr>
              <a:t>→</a:t>
            </a:r>
            <a:endParaRPr lang="ko-KR" sz="1700" dirty="0"/>
          </a:p>
        </p:txBody>
      </p:sp>
      <p:sp>
        <p:nvSpPr>
          <p:cNvPr id="15" name="Shape 13"/>
          <p:cNvSpPr/>
          <p:nvPr/>
        </p:nvSpPr>
        <p:spPr>
          <a:xfrm>
            <a:off x="3419856" y="2359152"/>
            <a:ext cx="2523744" cy="2157984"/>
          </a:xfrm>
          <a:prstGeom prst="roundRect">
            <a:avLst>
              <a:gd name="adj" fmla="val 5508"/>
            </a:avLst>
          </a:prstGeom>
          <a:solidFill>
            <a:srgbClr val="FFFFFF"/>
          </a:solidFill>
          <a:ln w="10160">
            <a:solidFill>
              <a:srgbClr val="D9E4E0"/>
            </a:solidFill>
            <a:prstDash val="solid"/>
          </a:ln>
        </p:spPr>
      </p:sp>
      <p:sp>
        <p:nvSpPr>
          <p:cNvPr id="16" name="Text 14"/>
          <p:cNvSpPr/>
          <p:nvPr/>
        </p:nvSpPr>
        <p:spPr>
          <a:xfrm>
            <a:off x="3621024" y="2569464"/>
            <a:ext cx="2075688" cy="292608"/>
          </a:xfrm>
          <a:prstGeom prst="rect">
            <a:avLst/>
          </a:prstGeom>
          <a:noFill/>
          <a:ln/>
        </p:spPr>
        <p:txBody>
          <a:bodyPr wrap="square" lIns="0" tIns="0" rIns="0" bIns="0" rtlCol="0" anchor="ctr"/>
          <a:lstStyle/>
          <a:p>
            <a:pPr indent="0" marL="0">
              <a:buNone/>
            </a:pPr>
            <a:r>
              <a:rPr lang="ko-KR" altLang="en-US" sz="1500" b="1" dirty="0">
                <a:solidFill>
                  <a:srgbClr val="155E59"/>
                </a:solidFill>
                <a:latin typeface="Noto Sans CJK KR" pitchFamily="34" charset="0"/>
                <a:ea typeface="Noto Sans CJK KR" pitchFamily="34" charset="-122"/>
                <a:cs typeface="Noto Sans CJK KR" pitchFamily="34" charset="-120"/>
              </a:rPr>
              <a:t>02</a:t>
            </a:r>
            <a:endParaRPr lang="ko-KR" sz="1500" dirty="0"/>
          </a:p>
        </p:txBody>
      </p:sp>
      <p:sp>
        <p:nvSpPr>
          <p:cNvPr id="17" name="Text 15"/>
          <p:cNvSpPr/>
          <p:nvPr/>
        </p:nvSpPr>
        <p:spPr>
          <a:xfrm>
            <a:off x="3621024" y="3063240"/>
            <a:ext cx="2103120" cy="365760"/>
          </a:xfrm>
          <a:prstGeom prst="rect">
            <a:avLst/>
          </a:prstGeom>
          <a:noFill/>
          <a:ln/>
        </p:spPr>
        <p:txBody>
          <a:bodyPr wrap="square" lIns="0" tIns="0" rIns="0" bIns="0" rtlCol="0" anchor="ctr"/>
          <a:lstStyle/>
          <a:p>
            <a:pPr indent="0" marL="0">
              <a:buNone/>
            </a:pPr>
            <a:r>
              <a:rPr lang="ko-KR" altLang="en-US" sz="2300" b="1" dirty="0">
                <a:solidFill>
                  <a:srgbClr val="202A3E"/>
                </a:solidFill>
                <a:latin typeface="Noto Sans CJK KR" pitchFamily="34" charset="0"/>
                <a:ea typeface="Noto Sans CJK KR" pitchFamily="34" charset="-122"/>
                <a:cs typeface="Noto Sans CJK KR" pitchFamily="34" charset="-120"/>
              </a:rPr>
              <a:t>기기 저장</a:t>
            </a:r>
            <a:endParaRPr lang="ko-KR" sz="2300" dirty="0"/>
          </a:p>
        </p:txBody>
      </p:sp>
      <p:sp>
        <p:nvSpPr>
          <p:cNvPr id="18" name="Text 16"/>
          <p:cNvSpPr/>
          <p:nvPr/>
        </p:nvSpPr>
        <p:spPr>
          <a:xfrm>
            <a:off x="3621024" y="3666744"/>
            <a:ext cx="2093976" cy="594360"/>
          </a:xfrm>
          <a:prstGeom prst="rect">
            <a:avLst/>
          </a:prstGeom>
          <a:noFill/>
          <a:ln/>
        </p:spPr>
        <p:txBody>
          <a:bodyPr wrap="square" lIns="0" tIns="0" rIns="0" bIns="0" rtlCol="0" anchor="ctr"/>
          <a:lstStyle/>
          <a:p>
            <a:pPr indent="0" marL="0">
              <a:buNone/>
            </a:pPr>
            <a:r>
              <a:rPr lang="ko-KR" altLang="en-US" sz="1500" dirty="0">
                <a:solidFill>
                  <a:srgbClr val="646C7D"/>
                </a:solidFill>
                <a:latin typeface="Noto Sans CJK KR" pitchFamily="34" charset="0"/>
                <a:ea typeface="Noto Sans CJK KR" pitchFamily="34" charset="-122"/>
                <a:cs typeface="Noto Sans CJK KR" pitchFamily="34" charset="-120"/>
              </a:rPr>
              <a:t>텍스트 커트에</a:t>
            </a:r>
            <a:endParaRPr lang="ko-KR" sz="1500" dirty="0"/>
          </a:p>
          <a:p>
            <a:pPr indent="0" marL="0">
              <a:buNone/>
            </a:pPr>
            <a:r>
              <a:rPr lang="ko-KR" altLang="en-US" sz="1500" dirty="0">
                <a:solidFill>
                  <a:srgbClr val="646C7D"/>
                </a:solidFill>
                <a:latin typeface="Noto Sans CJK KR" pitchFamily="34" charset="0"/>
                <a:ea typeface="Noto Sans CJK KR" pitchFamily="34" charset="-122"/>
                <a:cs typeface="Noto Sans CJK KR" pitchFamily="34" charset="-120"/>
              </a:rPr>
              <a:t>날짜별 경과 추가</a:t>
            </a:r>
            <a:endParaRPr lang="ko-KR" sz="1500" dirty="0"/>
          </a:p>
        </p:txBody>
      </p:sp>
      <p:sp>
        <p:nvSpPr>
          <p:cNvPr id="19" name="Text 17"/>
          <p:cNvSpPr/>
          <p:nvPr/>
        </p:nvSpPr>
        <p:spPr>
          <a:xfrm>
            <a:off x="5980176" y="3273552"/>
            <a:ext cx="265176" cy="310896"/>
          </a:xfrm>
          <a:prstGeom prst="rect">
            <a:avLst/>
          </a:prstGeom>
          <a:noFill/>
          <a:ln/>
        </p:spPr>
        <p:txBody>
          <a:bodyPr wrap="square" lIns="0" tIns="0" rIns="0" bIns="0" rtlCol="0" anchor="ctr"/>
          <a:lstStyle/>
          <a:p>
            <a:pPr algn="ctr" indent="0" marL="0">
              <a:buNone/>
            </a:pPr>
            <a:r>
              <a:rPr lang="ko-KR" altLang="en-US" sz="1700" dirty="0">
                <a:solidFill>
                  <a:srgbClr val="646C7D"/>
                </a:solidFill>
                <a:latin typeface="Noto Sans CJK KR" pitchFamily="34" charset="0"/>
                <a:ea typeface="Noto Sans CJK KR" pitchFamily="34" charset="-122"/>
                <a:cs typeface="Noto Sans CJK KR" pitchFamily="34" charset="-120"/>
              </a:rPr>
              <a:t>→</a:t>
            </a:r>
            <a:endParaRPr lang="ko-KR" sz="1700" dirty="0"/>
          </a:p>
        </p:txBody>
      </p:sp>
      <p:sp>
        <p:nvSpPr>
          <p:cNvPr id="20" name="Shape 18"/>
          <p:cNvSpPr/>
          <p:nvPr/>
        </p:nvSpPr>
        <p:spPr>
          <a:xfrm>
            <a:off x="6245352" y="2359152"/>
            <a:ext cx="2523744" cy="2157984"/>
          </a:xfrm>
          <a:prstGeom prst="roundRect">
            <a:avLst>
              <a:gd name="adj" fmla="val 5508"/>
            </a:avLst>
          </a:prstGeom>
          <a:solidFill>
            <a:srgbClr val="E8F2EE"/>
          </a:solidFill>
          <a:ln w="10160">
            <a:solidFill>
              <a:srgbClr val="D9E4E0"/>
            </a:solidFill>
            <a:prstDash val="solid"/>
          </a:ln>
        </p:spPr>
      </p:sp>
      <p:sp>
        <p:nvSpPr>
          <p:cNvPr id="21" name="Text 19"/>
          <p:cNvSpPr/>
          <p:nvPr/>
        </p:nvSpPr>
        <p:spPr>
          <a:xfrm>
            <a:off x="6446520" y="2569464"/>
            <a:ext cx="2075688" cy="292608"/>
          </a:xfrm>
          <a:prstGeom prst="rect">
            <a:avLst/>
          </a:prstGeom>
          <a:noFill/>
          <a:ln/>
        </p:spPr>
        <p:txBody>
          <a:bodyPr wrap="square" lIns="0" tIns="0" rIns="0" bIns="0" rtlCol="0" anchor="ctr"/>
          <a:lstStyle/>
          <a:p>
            <a:pPr indent="0" marL="0">
              <a:buNone/>
            </a:pPr>
            <a:r>
              <a:rPr lang="ko-KR" altLang="en-US" sz="1500" b="1" dirty="0">
                <a:solidFill>
                  <a:srgbClr val="155E59"/>
                </a:solidFill>
                <a:latin typeface="Noto Sans CJK KR" pitchFamily="34" charset="0"/>
                <a:ea typeface="Noto Sans CJK KR" pitchFamily="34" charset="-122"/>
                <a:cs typeface="Noto Sans CJK KR" pitchFamily="34" charset="-120"/>
              </a:rPr>
              <a:t>03</a:t>
            </a:r>
            <a:endParaRPr lang="ko-KR" sz="1500" dirty="0"/>
          </a:p>
        </p:txBody>
      </p:sp>
      <p:sp>
        <p:nvSpPr>
          <p:cNvPr id="22" name="Text 20"/>
          <p:cNvSpPr/>
          <p:nvPr/>
        </p:nvSpPr>
        <p:spPr>
          <a:xfrm>
            <a:off x="6446520" y="3063240"/>
            <a:ext cx="2103120" cy="365760"/>
          </a:xfrm>
          <a:prstGeom prst="rect">
            <a:avLst/>
          </a:prstGeom>
          <a:noFill/>
          <a:ln/>
        </p:spPr>
        <p:txBody>
          <a:bodyPr wrap="square" lIns="0" tIns="0" rIns="0" bIns="0" rtlCol="0" anchor="ctr"/>
          <a:lstStyle/>
          <a:p>
            <a:pPr indent="0" marL="0">
              <a:buNone/>
            </a:pPr>
            <a:r>
              <a:rPr lang="ko-KR" altLang="en-US" sz="2300" b="1" dirty="0">
                <a:solidFill>
                  <a:srgbClr val="202A3E"/>
                </a:solidFill>
                <a:latin typeface="Noto Sans CJK KR" pitchFamily="34" charset="0"/>
                <a:ea typeface="Noto Sans CJK KR" pitchFamily="34" charset="-122"/>
                <a:cs typeface="Noto Sans CJK KR" pitchFamily="34" charset="-120"/>
              </a:rPr>
              <a:t>다시 접속</a:t>
            </a:r>
            <a:endParaRPr lang="ko-KR" sz="2300" dirty="0"/>
          </a:p>
        </p:txBody>
      </p:sp>
      <p:sp>
        <p:nvSpPr>
          <p:cNvPr id="23" name="Text 21"/>
          <p:cNvSpPr/>
          <p:nvPr/>
        </p:nvSpPr>
        <p:spPr>
          <a:xfrm>
            <a:off x="6446520" y="3666744"/>
            <a:ext cx="2093976" cy="594360"/>
          </a:xfrm>
          <a:prstGeom prst="rect">
            <a:avLst/>
          </a:prstGeom>
          <a:noFill/>
          <a:ln/>
        </p:spPr>
        <p:txBody>
          <a:bodyPr wrap="square" lIns="0" tIns="0" rIns="0" bIns="0" rtlCol="0" anchor="ctr"/>
          <a:lstStyle/>
          <a:p>
            <a:pPr indent="0" marL="0">
              <a:buNone/>
            </a:pPr>
            <a:r>
              <a:rPr lang="ko-KR" altLang="en-US" sz="1500" dirty="0">
                <a:solidFill>
                  <a:srgbClr val="646C7D"/>
                </a:solidFill>
                <a:latin typeface="Noto Sans CJK KR" pitchFamily="34" charset="0"/>
                <a:ea typeface="Noto Sans CJK KR" pitchFamily="34" charset="-122"/>
                <a:cs typeface="Noto Sans CJK KR" pitchFamily="34" charset="-120"/>
              </a:rPr>
              <a:t>새로고침 · 종료 뒤</a:t>
            </a:r>
            <a:endParaRPr lang="ko-KR" sz="1500" dirty="0"/>
          </a:p>
          <a:p>
            <a:pPr indent="0" marL="0">
              <a:buNone/>
            </a:pPr>
            <a:r>
              <a:rPr lang="ko-KR" altLang="en-US" sz="1500" dirty="0">
                <a:solidFill>
                  <a:srgbClr val="646C7D"/>
                </a:solidFill>
                <a:latin typeface="Noto Sans CJK KR" pitchFamily="34" charset="0"/>
                <a:ea typeface="Noto Sans CJK KR" pitchFamily="34" charset="-122"/>
                <a:cs typeface="Noto Sans CJK KR" pitchFamily="34" charset="-120"/>
              </a:rPr>
              <a:t>같은 내용 확인</a:t>
            </a:r>
            <a:endParaRPr lang="ko-KR" sz="1500" dirty="0"/>
          </a:p>
        </p:txBody>
      </p:sp>
      <p:sp>
        <p:nvSpPr>
          <p:cNvPr id="24" name="Text 22"/>
          <p:cNvSpPr/>
          <p:nvPr/>
        </p:nvSpPr>
        <p:spPr>
          <a:xfrm>
            <a:off x="8805672" y="3273552"/>
            <a:ext cx="265176" cy="310896"/>
          </a:xfrm>
          <a:prstGeom prst="rect">
            <a:avLst/>
          </a:prstGeom>
          <a:noFill/>
          <a:ln/>
        </p:spPr>
        <p:txBody>
          <a:bodyPr wrap="square" lIns="0" tIns="0" rIns="0" bIns="0" rtlCol="0" anchor="ctr"/>
          <a:lstStyle/>
          <a:p>
            <a:pPr algn="ctr" indent="0" marL="0">
              <a:buNone/>
            </a:pPr>
            <a:r>
              <a:rPr lang="ko-KR" altLang="en-US" sz="1700" dirty="0">
                <a:solidFill>
                  <a:srgbClr val="646C7D"/>
                </a:solidFill>
                <a:latin typeface="Noto Sans CJK KR" pitchFamily="34" charset="0"/>
                <a:ea typeface="Noto Sans CJK KR" pitchFamily="34" charset="-122"/>
                <a:cs typeface="Noto Sans CJK KR" pitchFamily="34" charset="-120"/>
              </a:rPr>
              <a:t>→</a:t>
            </a:r>
            <a:endParaRPr lang="ko-KR" sz="1700" dirty="0"/>
          </a:p>
        </p:txBody>
      </p:sp>
      <p:sp>
        <p:nvSpPr>
          <p:cNvPr id="25" name="Shape 23"/>
          <p:cNvSpPr/>
          <p:nvPr/>
        </p:nvSpPr>
        <p:spPr>
          <a:xfrm>
            <a:off x="9070848" y="2359152"/>
            <a:ext cx="2523744" cy="2157984"/>
          </a:xfrm>
          <a:prstGeom prst="roundRect">
            <a:avLst>
              <a:gd name="adj" fmla="val 5508"/>
            </a:avLst>
          </a:prstGeom>
          <a:solidFill>
            <a:srgbClr val="FFFFFF"/>
          </a:solidFill>
          <a:ln w="10160">
            <a:solidFill>
              <a:srgbClr val="D9E4E0"/>
            </a:solidFill>
            <a:prstDash val="solid"/>
          </a:ln>
        </p:spPr>
      </p:sp>
      <p:sp>
        <p:nvSpPr>
          <p:cNvPr id="26" name="Text 24"/>
          <p:cNvSpPr/>
          <p:nvPr/>
        </p:nvSpPr>
        <p:spPr>
          <a:xfrm>
            <a:off x="9272016" y="2569464"/>
            <a:ext cx="2075688" cy="292608"/>
          </a:xfrm>
          <a:prstGeom prst="rect">
            <a:avLst/>
          </a:prstGeom>
          <a:noFill/>
          <a:ln/>
        </p:spPr>
        <p:txBody>
          <a:bodyPr wrap="square" lIns="0" tIns="0" rIns="0" bIns="0" rtlCol="0" anchor="ctr"/>
          <a:lstStyle/>
          <a:p>
            <a:pPr indent="0" marL="0">
              <a:buNone/>
            </a:pPr>
            <a:r>
              <a:rPr lang="ko-KR" altLang="en-US" sz="1500" b="1" dirty="0">
                <a:solidFill>
                  <a:srgbClr val="155E59"/>
                </a:solidFill>
                <a:latin typeface="Noto Sans CJK KR" pitchFamily="34" charset="0"/>
                <a:ea typeface="Noto Sans CJK KR" pitchFamily="34" charset="-122"/>
                <a:cs typeface="Noto Sans CJK KR" pitchFamily="34" charset="-120"/>
              </a:rPr>
              <a:t>04</a:t>
            </a:r>
            <a:endParaRPr lang="ko-KR" sz="1500" dirty="0"/>
          </a:p>
        </p:txBody>
      </p:sp>
      <p:sp>
        <p:nvSpPr>
          <p:cNvPr id="27" name="Text 25"/>
          <p:cNvSpPr/>
          <p:nvPr/>
        </p:nvSpPr>
        <p:spPr>
          <a:xfrm>
            <a:off x="9272016" y="3063240"/>
            <a:ext cx="2103120" cy="365760"/>
          </a:xfrm>
          <a:prstGeom prst="rect">
            <a:avLst/>
          </a:prstGeom>
          <a:noFill/>
          <a:ln/>
        </p:spPr>
        <p:txBody>
          <a:bodyPr wrap="square" lIns="0" tIns="0" rIns="0" bIns="0" rtlCol="0" anchor="ctr"/>
          <a:lstStyle/>
          <a:p>
            <a:pPr indent="0" marL="0">
              <a:buNone/>
            </a:pPr>
            <a:r>
              <a:rPr lang="ko-KR" altLang="en-US" sz="2300" b="1" dirty="0">
                <a:solidFill>
                  <a:srgbClr val="202A3E"/>
                </a:solidFill>
                <a:latin typeface="Noto Sans CJK KR" pitchFamily="34" charset="0"/>
                <a:ea typeface="Noto Sans CJK KR" pitchFamily="34" charset="-122"/>
                <a:cs typeface="Noto Sans CJK KR" pitchFamily="34" charset="-120"/>
              </a:rPr>
              <a:t>상담 준비</a:t>
            </a:r>
            <a:endParaRPr lang="ko-KR" sz="2300" dirty="0"/>
          </a:p>
        </p:txBody>
      </p:sp>
      <p:sp>
        <p:nvSpPr>
          <p:cNvPr id="28" name="Text 26"/>
          <p:cNvSpPr/>
          <p:nvPr/>
        </p:nvSpPr>
        <p:spPr>
          <a:xfrm>
            <a:off x="9272016" y="3666744"/>
            <a:ext cx="2093976" cy="594360"/>
          </a:xfrm>
          <a:prstGeom prst="rect">
            <a:avLst/>
          </a:prstGeom>
          <a:noFill/>
          <a:ln/>
        </p:spPr>
        <p:txBody>
          <a:bodyPr wrap="square" lIns="0" tIns="0" rIns="0" bIns="0" rtlCol="0" anchor="ctr"/>
          <a:lstStyle/>
          <a:p>
            <a:pPr indent="0" marL="0">
              <a:buNone/>
            </a:pPr>
            <a:r>
              <a:rPr lang="ko-KR" altLang="en-US" sz="1500" dirty="0">
                <a:solidFill>
                  <a:srgbClr val="646C7D"/>
                </a:solidFill>
                <a:latin typeface="Noto Sans CJK KR" pitchFamily="34" charset="0"/>
                <a:ea typeface="Noto Sans CJK KR" pitchFamily="34" charset="-122"/>
                <a:cs typeface="Noto Sans CJK KR" pitchFamily="34" charset="-120"/>
              </a:rPr>
              <a:t>같은 자료를 골라</a:t>
            </a:r>
            <a:endParaRPr lang="ko-KR" sz="1500" dirty="0"/>
          </a:p>
          <a:p>
            <a:pPr indent="0" marL="0">
              <a:buNone/>
            </a:pPr>
            <a:r>
              <a:rPr lang="ko-KR" altLang="en-US" sz="1500" dirty="0">
                <a:solidFill>
                  <a:srgbClr val="646C7D"/>
                </a:solidFill>
                <a:latin typeface="Noto Sans CJK KR" pitchFamily="34" charset="0"/>
                <a:ea typeface="Noto Sans CJK KR" pitchFamily="34" charset="-122"/>
                <a:cs typeface="Noto Sans CJK KR" pitchFamily="34" charset="-120"/>
              </a:rPr>
              <a:t>기존 미리보기로</a:t>
            </a:r>
            <a:endParaRPr lang="ko-KR" sz="1500" dirty="0"/>
          </a:p>
        </p:txBody>
      </p:sp>
      <p:sp>
        <p:nvSpPr>
          <p:cNvPr id="29" name="Shape 27"/>
          <p:cNvSpPr/>
          <p:nvPr/>
        </p:nvSpPr>
        <p:spPr>
          <a:xfrm>
            <a:off x="594360" y="4754880"/>
            <a:ext cx="7132320" cy="1389888"/>
          </a:xfrm>
          <a:prstGeom prst="roundRect">
            <a:avLst>
              <a:gd name="adj" fmla="val 8553"/>
            </a:avLst>
          </a:prstGeom>
          <a:solidFill>
            <a:srgbClr val="E8F2EE"/>
          </a:solidFill>
          <a:ln w="10160">
            <a:solidFill>
              <a:srgbClr val="E8F2EE"/>
            </a:solidFill>
            <a:prstDash val="solid"/>
          </a:ln>
        </p:spPr>
      </p:sp>
      <p:sp>
        <p:nvSpPr>
          <p:cNvPr id="30" name="Text 28"/>
          <p:cNvSpPr/>
          <p:nvPr/>
        </p:nvSpPr>
        <p:spPr>
          <a:xfrm>
            <a:off x="841248" y="4946904"/>
            <a:ext cx="6611112" cy="320040"/>
          </a:xfrm>
          <a:prstGeom prst="rect">
            <a:avLst/>
          </a:prstGeom>
          <a:noFill/>
          <a:ln/>
        </p:spPr>
        <p:txBody>
          <a:bodyPr wrap="square" lIns="0" tIns="0" rIns="0" bIns="0" rtlCol="0" anchor="ctr"/>
          <a:lstStyle/>
          <a:p>
            <a:pPr indent="0" marL="0">
              <a:buNone/>
            </a:pPr>
            <a:r>
              <a:rPr lang="ko-KR" altLang="en-US" sz="1900" b="1" dirty="0">
                <a:solidFill>
                  <a:srgbClr val="155E59"/>
                </a:solidFill>
                <a:latin typeface="Noto Sans CJK KR" pitchFamily="34" charset="0"/>
                <a:ea typeface="Noto Sans CJK KR" pitchFamily="34" charset="-122"/>
                <a:cs typeface="Noto Sans CJK KR" pitchFamily="34" charset="-120"/>
              </a:rPr>
              <a:t>완료를 판단할 기준</a:t>
            </a:r>
            <a:endParaRPr lang="ko-KR" sz="1900" dirty="0"/>
          </a:p>
        </p:txBody>
      </p:sp>
      <p:sp>
        <p:nvSpPr>
          <p:cNvPr id="31" name="Text 29"/>
          <p:cNvSpPr/>
          <p:nvPr/>
        </p:nvSpPr>
        <p:spPr>
          <a:xfrm>
            <a:off x="859536" y="5404104"/>
            <a:ext cx="6537960" cy="530352"/>
          </a:xfrm>
          <a:prstGeom prst="rect">
            <a:avLst/>
          </a:prstGeom>
          <a:noFill/>
          <a:ln/>
        </p:spPr>
        <p:txBody>
          <a:bodyPr wrap="square" lIns="0" tIns="0" rIns="0" bIns="0" rtlCol="0" anchor="ctr"/>
          <a:lstStyle/>
          <a:p>
            <a:pPr indent="0" marL="0">
              <a:buNone/>
            </a:pPr>
            <a:r>
              <a:rPr lang="ko-KR" altLang="en-US" sz="1600" dirty="0">
                <a:solidFill>
                  <a:srgbClr val="202A3E"/>
                </a:solidFill>
                <a:latin typeface="Noto Sans CJK KR" pitchFamily="34" charset="0"/>
                <a:ea typeface="Noto Sans CJK KR" pitchFamily="34" charset="-122"/>
                <a:cs typeface="Noto Sans CJK KR" pitchFamily="34" charset="-120"/>
              </a:rPr>
              <a:t>재접속 후 같은 기록  ·  저장 실패 시 입력 유지</a:t>
            </a:r>
            <a:endParaRPr lang="ko-KR" sz="1600" dirty="0"/>
          </a:p>
          <a:p>
            <a:pPr indent="0" marL="0">
              <a:buNone/>
            </a:pPr>
            <a:r>
              <a:rPr lang="ko-KR" altLang="en-US" sz="1600" dirty="0">
                <a:solidFill>
                  <a:srgbClr val="202A3E"/>
                </a:solidFill>
                <a:latin typeface="Noto Sans CJK KR" pitchFamily="34" charset="0"/>
                <a:ea typeface="Noto Sans CJK KR" pitchFamily="34" charset="-122"/>
                <a:cs typeface="Noto Sans CJK KR" pitchFamily="34" charset="-120"/>
              </a:rPr>
              <a:t>로그인·로그아웃으로 기기 기록 삭제 없음</a:t>
            </a:r>
            <a:endParaRPr lang="ko-KR" sz="1600" dirty="0"/>
          </a:p>
        </p:txBody>
      </p:sp>
      <p:sp>
        <p:nvSpPr>
          <p:cNvPr id="32" name="Shape 30"/>
          <p:cNvSpPr/>
          <p:nvPr/>
        </p:nvSpPr>
        <p:spPr>
          <a:xfrm>
            <a:off x="7982712" y="4754880"/>
            <a:ext cx="3602736" cy="1389888"/>
          </a:xfrm>
          <a:prstGeom prst="roundRect">
            <a:avLst>
              <a:gd name="adj" fmla="val 8553"/>
            </a:avLst>
          </a:prstGeom>
          <a:solidFill>
            <a:srgbClr val="F7EBE3"/>
          </a:solidFill>
          <a:ln w="10160">
            <a:solidFill>
              <a:srgbClr val="F7EBE3"/>
            </a:solidFill>
            <a:prstDash val="solid"/>
          </a:ln>
        </p:spPr>
      </p:sp>
      <p:sp>
        <p:nvSpPr>
          <p:cNvPr id="33" name="Text 31"/>
          <p:cNvSpPr/>
          <p:nvPr/>
        </p:nvSpPr>
        <p:spPr>
          <a:xfrm>
            <a:off x="8220456" y="4946904"/>
            <a:ext cx="3099816" cy="320040"/>
          </a:xfrm>
          <a:prstGeom prst="rect">
            <a:avLst/>
          </a:prstGeom>
          <a:noFill/>
          <a:ln/>
        </p:spPr>
        <p:txBody>
          <a:bodyPr wrap="square" lIns="0" tIns="0" rIns="0" bIns="0" rtlCol="0" anchor="ctr"/>
          <a:lstStyle/>
          <a:p>
            <a:pPr indent="0" marL="0">
              <a:buNone/>
            </a:pPr>
            <a:r>
              <a:rPr lang="ko-KR" altLang="en-US" sz="1900" b="1" dirty="0">
                <a:solidFill>
                  <a:srgbClr val="B96237"/>
                </a:solidFill>
                <a:latin typeface="Noto Sans CJK KR" pitchFamily="34" charset="0"/>
                <a:ea typeface="Noto Sans CJK KR" pitchFamily="34" charset="-122"/>
                <a:cs typeface="Noto Sans CJK KR" pitchFamily="34" charset="-120"/>
              </a:rPr>
              <a:t>시간이 되면 추가</a:t>
            </a:r>
            <a:endParaRPr lang="ko-KR" sz="1900" dirty="0"/>
          </a:p>
        </p:txBody>
      </p:sp>
      <p:sp>
        <p:nvSpPr>
          <p:cNvPr id="34" name="Text 32"/>
          <p:cNvSpPr/>
          <p:nvPr/>
        </p:nvSpPr>
        <p:spPr>
          <a:xfrm>
            <a:off x="8247888" y="5404104"/>
            <a:ext cx="3026664" cy="530352"/>
          </a:xfrm>
          <a:prstGeom prst="rect">
            <a:avLst/>
          </a:prstGeom>
          <a:noFill/>
          <a:ln/>
        </p:spPr>
        <p:txBody>
          <a:bodyPr wrap="square" lIns="0" tIns="0" rIns="0" bIns="0" rtlCol="0" anchor="ctr"/>
          <a:lstStyle/>
          <a:p>
            <a:pPr indent="0" marL="0">
              <a:buNone/>
            </a:pPr>
            <a:r>
              <a:rPr lang="ko-KR" altLang="en-US" sz="1600" dirty="0">
                <a:solidFill>
                  <a:srgbClr val="202A3E"/>
                </a:solidFill>
                <a:latin typeface="Noto Sans CJK KR" pitchFamily="34" charset="0"/>
                <a:ea typeface="Noto Sans CJK KR" pitchFamily="34" charset="-122"/>
                <a:cs typeface="Noto Sans CJK KR" pitchFamily="34" charset="-120"/>
              </a:rPr>
              <a:t>파일 백업·복원</a:t>
            </a:r>
            <a:endParaRPr lang="ko-KR" sz="1600" dirty="0"/>
          </a:p>
          <a:p>
            <a:pPr indent="0" marL="0">
              <a:buNone/>
            </a:pPr>
            <a:r>
              <a:rPr lang="ko-KR" altLang="en-US" sz="1600" dirty="0">
                <a:solidFill>
                  <a:srgbClr val="202A3E"/>
                </a:solidFill>
                <a:latin typeface="Noto Sans CJK KR" pitchFamily="34" charset="0"/>
                <a:ea typeface="Noto Sans CJK KR" pitchFamily="34" charset="-122"/>
                <a:cs typeface="Noto Sans CJK KR" pitchFamily="34" charset="-120"/>
              </a:rPr>
              <a:t>사진 본체 저장·재열람</a:t>
            </a:r>
            <a:endParaRPr lang="ko-KR" sz="16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8FAF9"/>
        </a:solidFill>
      </p:bgPr>
    </p:bg>
    <p:spTree>
      <p:nvGrpSpPr>
        <p:cNvPr id="1" name=""/>
        <p:cNvGrpSpPr/>
        <p:nvPr/>
      </p:nvGrpSpPr>
      <p:grpSpPr>
        <a:xfrm>
          <a:off x="0" y="0"/>
          <a:ext cx="0" cy="0"/>
          <a:chOff x="0" y="0"/>
          <a:chExt cx="0" cy="0"/>
        </a:xfrm>
      </p:grpSpPr>
      <p:sp>
        <p:nvSpPr>
          <p:cNvPr id="2" name="Text 0"/>
          <p:cNvSpPr/>
          <p:nvPr/>
        </p:nvSpPr>
        <p:spPr>
          <a:xfrm>
            <a:off x="585216" y="365760"/>
            <a:ext cx="1554480" cy="292608"/>
          </a:xfrm>
          <a:prstGeom prst="rect">
            <a:avLst/>
          </a:prstGeom>
          <a:noFill/>
          <a:ln/>
        </p:spPr>
        <p:txBody>
          <a:bodyPr wrap="square" lIns="0" tIns="0" rIns="0" bIns="0" rtlCol="0" anchor="ctr"/>
          <a:lstStyle/>
          <a:p>
            <a:pPr indent="0" marL="0">
              <a:buNone/>
            </a:pPr>
            <a:r>
              <a:rPr lang="ko-KR" altLang="en-US" sz="1700" b="1" dirty="0">
                <a:solidFill>
                  <a:srgbClr val="3C57B5"/>
                </a:solidFill>
                <a:latin typeface="Noto Sans CJK KR" pitchFamily="34" charset="0"/>
                <a:ea typeface="Noto Sans CJK KR" pitchFamily="34" charset="-122"/>
                <a:cs typeface="Noto Sans CJK KR" pitchFamily="34" charset="-120"/>
              </a:rPr>
              <a:t>SALU</a:t>
            </a:r>
            <a:endParaRPr lang="ko-KR" sz="1700" dirty="0"/>
          </a:p>
        </p:txBody>
      </p:sp>
      <p:sp>
        <p:nvSpPr>
          <p:cNvPr id="3" name="Shape 1"/>
          <p:cNvSpPr/>
          <p:nvPr/>
        </p:nvSpPr>
        <p:spPr>
          <a:xfrm>
            <a:off x="9381744" y="365760"/>
            <a:ext cx="2221992" cy="301752"/>
          </a:xfrm>
          <a:prstGeom prst="roundRect">
            <a:avLst>
              <a:gd name="adj" fmla="val 39394"/>
            </a:avLst>
          </a:prstGeom>
          <a:solidFill>
            <a:srgbClr val="F7EBE3"/>
          </a:solidFill>
          <a:ln w="10160">
            <a:solidFill>
              <a:srgbClr val="F7EBE3"/>
            </a:solidFill>
            <a:prstDash val="solid"/>
          </a:ln>
        </p:spPr>
      </p:sp>
      <p:sp>
        <p:nvSpPr>
          <p:cNvPr id="4" name="Text 2"/>
          <p:cNvSpPr/>
          <p:nvPr/>
        </p:nvSpPr>
        <p:spPr>
          <a:xfrm>
            <a:off x="9454896" y="388620"/>
            <a:ext cx="2075688" cy="246888"/>
          </a:xfrm>
          <a:prstGeom prst="rect">
            <a:avLst/>
          </a:prstGeom>
          <a:noFill/>
          <a:ln/>
        </p:spPr>
        <p:txBody>
          <a:bodyPr wrap="square" lIns="0" tIns="0" rIns="0" bIns="0" rtlCol="0" anchor="ctr"/>
          <a:lstStyle/>
          <a:p>
            <a:pPr algn="ctr" indent="0" marL="0">
              <a:buNone/>
            </a:pPr>
            <a:r>
              <a:rPr lang="ko-KR" altLang="en-US" sz="1050" b="1" dirty="0">
                <a:solidFill>
                  <a:srgbClr val="B96237"/>
                </a:solidFill>
                <a:latin typeface="Noto Sans CJK KR" pitchFamily="34" charset="0"/>
                <a:ea typeface="Noto Sans CJK KR" pitchFamily="34" charset="-122"/>
                <a:cs typeface="Noto Sans CJK KR" pitchFamily="34" charset="-120"/>
              </a:rPr>
              <a:t>이후 순서 · 확정 전</a:t>
            </a:r>
            <a:endParaRPr lang="ko-KR" sz="1050" dirty="0"/>
          </a:p>
        </p:txBody>
      </p:sp>
      <p:sp>
        <p:nvSpPr>
          <p:cNvPr id="5" name="Text 3"/>
          <p:cNvSpPr/>
          <p:nvPr/>
        </p:nvSpPr>
        <p:spPr>
          <a:xfrm>
            <a:off x="585216" y="950976"/>
            <a:ext cx="11064240" cy="539496"/>
          </a:xfrm>
          <a:prstGeom prst="rect">
            <a:avLst/>
          </a:prstGeom>
          <a:noFill/>
          <a:ln/>
        </p:spPr>
        <p:txBody>
          <a:bodyPr wrap="square" lIns="0" tIns="0" rIns="0" bIns="0" rtlCol="0" anchor="ctr"/>
          <a:lstStyle/>
          <a:p>
            <a:pPr indent="0" marL="0">
              <a:buNone/>
            </a:pPr>
            <a:r>
              <a:rPr lang="ko-KR" altLang="en-US" sz="3000" b="1" dirty="0">
                <a:solidFill>
                  <a:srgbClr val="202A3E"/>
                </a:solidFill>
                <a:latin typeface="Noto Sans CJK KR" pitchFamily="34" charset="0"/>
                <a:ea typeface="Noto Sans CJK KR" pitchFamily="34" charset="-122"/>
                <a:cs typeface="Noto Sans CJK KR" pitchFamily="34" charset="-120"/>
              </a:rPr>
              <a:t>시험 주간 뒤, 고른 기록으로 상담을 연결합니다</a:t>
            </a:r>
            <a:endParaRPr lang="ko-KR" sz="3000" dirty="0"/>
          </a:p>
        </p:txBody>
      </p:sp>
      <p:sp>
        <p:nvSpPr>
          <p:cNvPr id="6" name="Text 4"/>
          <p:cNvSpPr/>
          <p:nvPr/>
        </p:nvSpPr>
        <p:spPr>
          <a:xfrm>
            <a:off x="603504" y="1609344"/>
            <a:ext cx="10972800" cy="347472"/>
          </a:xfrm>
          <a:prstGeom prst="rect">
            <a:avLst/>
          </a:prstGeom>
          <a:noFill/>
          <a:ln/>
        </p:spPr>
        <p:txBody>
          <a:bodyPr wrap="square" lIns="0" tIns="0" rIns="0" bIns="0" rtlCol="0" anchor="ctr"/>
          <a:lstStyle/>
          <a:p>
            <a:pPr indent="0" marL="0">
              <a:buNone/>
            </a:pPr>
            <a:r>
              <a:rPr lang="ko-KR" altLang="en-US" sz="1450" dirty="0">
                <a:solidFill>
                  <a:srgbClr val="646C7D"/>
                </a:solidFill>
                <a:latin typeface="Noto Sans CJK KR" pitchFamily="34" charset="0"/>
                <a:ea typeface="Noto Sans CJK KR" pitchFamily="34" charset="-122"/>
                <a:cs typeface="Noto Sans CJK KR" pitchFamily="34" charset="-120"/>
              </a:rPr>
              <a:t>핵심은 기록의 개수보다 고객과 디자이너가 같은 자료로 대화하는 흐름</a:t>
            </a:r>
            <a:endParaRPr lang="ko-KR" sz="1450" dirty="0"/>
          </a:p>
        </p:txBody>
      </p:sp>
      <p:sp>
        <p:nvSpPr>
          <p:cNvPr id="7" name="Shape 5"/>
          <p:cNvSpPr/>
          <p:nvPr/>
        </p:nvSpPr>
        <p:spPr>
          <a:xfrm>
            <a:off x="548640" y="6428232"/>
            <a:ext cx="11082528" cy="0"/>
          </a:xfrm>
          <a:prstGeom prst="line">
            <a:avLst/>
          </a:prstGeom>
          <a:noFill/>
          <a:ln w="16510">
            <a:solidFill>
              <a:srgbClr val="D9E4E0"/>
            </a:solidFill>
            <a:prstDash val="solid"/>
            <a:headEnd type="none"/>
            <a:tailEnd type="none"/>
          </a:ln>
        </p:spPr>
      </p:sp>
      <p:sp>
        <p:nvSpPr>
          <p:cNvPr id="8" name="Text 6"/>
          <p:cNvSpPr/>
          <p:nvPr/>
        </p:nvSpPr>
        <p:spPr>
          <a:xfrm>
            <a:off x="585216" y="6501384"/>
            <a:ext cx="8961120" cy="182880"/>
          </a:xfrm>
          <a:prstGeom prst="rect">
            <a:avLst/>
          </a:prstGeom>
          <a:noFill/>
          <a:ln/>
        </p:spPr>
        <p:txBody>
          <a:bodyPr wrap="square" lIns="0" tIns="0" rIns="0" bIns="0" rtlCol="0" anchor="ctr"/>
          <a:lstStyle/>
          <a:p>
            <a:pPr indent="0" marL="0">
              <a:buNone/>
            </a:pPr>
            <a:r>
              <a:rPr lang="ko-KR" altLang="en-US" sz="1000" dirty="0">
                <a:solidFill>
                  <a:srgbClr val="646C7D"/>
                </a:solidFill>
                <a:latin typeface="Noto Sans CJK KR" pitchFamily="34" charset="0"/>
                <a:ea typeface="Noto Sans CJK KR" pitchFamily="34" charset="-122"/>
                <a:cs typeface="Noto Sans CJK KR" pitchFamily="34" charset="-120"/>
              </a:rPr>
              <a:t>검증 전 발표 예시안  ·  2026.10.10 작성</a:t>
            </a:r>
            <a:endParaRPr lang="ko-KR" sz="1000" dirty="0"/>
          </a:p>
        </p:txBody>
      </p:sp>
      <p:sp>
        <p:nvSpPr>
          <p:cNvPr id="9" name="Text 7"/>
          <p:cNvSpPr/>
          <p:nvPr/>
        </p:nvSpPr>
        <p:spPr>
          <a:xfrm>
            <a:off x="10607040" y="6501384"/>
            <a:ext cx="969264" cy="182880"/>
          </a:xfrm>
          <a:prstGeom prst="rect">
            <a:avLst/>
          </a:prstGeom>
          <a:noFill/>
          <a:ln/>
        </p:spPr>
        <p:txBody>
          <a:bodyPr wrap="square" lIns="0" tIns="0" rIns="0" bIns="0" rtlCol="0" anchor="ctr"/>
          <a:lstStyle/>
          <a:p>
            <a:pPr algn="r" indent="0" marL="0">
              <a:buNone/>
            </a:pPr>
            <a:r>
              <a:rPr lang="ko-KR" altLang="en-US" sz="1000" dirty="0">
                <a:solidFill>
                  <a:srgbClr val="646C7D"/>
                </a:solidFill>
                <a:latin typeface="Noto Sans CJK KR" pitchFamily="34" charset="0"/>
                <a:ea typeface="Noto Sans CJK KR" pitchFamily="34" charset="-122"/>
                <a:cs typeface="Noto Sans CJK KR" pitchFamily="34" charset="-120"/>
              </a:rPr>
              <a:t>06 / 06</a:t>
            </a:r>
            <a:endParaRPr lang="ko-KR" sz="1000" dirty="0"/>
          </a:p>
        </p:txBody>
      </p:sp>
      <p:sp>
        <p:nvSpPr>
          <p:cNvPr id="10" name="Shape 8"/>
          <p:cNvSpPr/>
          <p:nvPr/>
        </p:nvSpPr>
        <p:spPr>
          <a:xfrm>
            <a:off x="594360" y="2331720"/>
            <a:ext cx="10991088" cy="950976"/>
          </a:xfrm>
          <a:prstGeom prst="roundRect">
            <a:avLst>
              <a:gd name="adj" fmla="val 12500"/>
            </a:avLst>
          </a:prstGeom>
          <a:solidFill>
            <a:srgbClr val="E8F2EE"/>
          </a:solidFill>
          <a:ln w="10160">
            <a:solidFill>
              <a:srgbClr val="D9E4E0"/>
            </a:solidFill>
            <a:prstDash val="solid"/>
          </a:ln>
        </p:spPr>
      </p:sp>
      <p:sp>
        <p:nvSpPr>
          <p:cNvPr id="11" name="Text 9"/>
          <p:cNvSpPr/>
          <p:nvPr/>
        </p:nvSpPr>
        <p:spPr>
          <a:xfrm>
            <a:off x="859536" y="2615184"/>
            <a:ext cx="1271016" cy="338328"/>
          </a:xfrm>
          <a:prstGeom prst="rect">
            <a:avLst/>
          </a:prstGeom>
          <a:noFill/>
          <a:ln/>
        </p:spPr>
        <p:txBody>
          <a:bodyPr wrap="square" lIns="0" tIns="0" rIns="0" bIns="0" rtlCol="0" anchor="ctr"/>
          <a:lstStyle/>
          <a:p>
            <a:pPr indent="0" marL="0">
              <a:buNone/>
            </a:pPr>
            <a:r>
              <a:rPr lang="ko-KR" altLang="en-US" sz="2000" b="1" dirty="0">
                <a:solidFill>
                  <a:srgbClr val="155E59"/>
                </a:solidFill>
                <a:latin typeface="Noto Sans CJK KR" pitchFamily="34" charset="0"/>
                <a:ea typeface="Noto Sans CJK KR" pitchFamily="34" charset="-122"/>
                <a:cs typeface="Noto Sans CJK KR" pitchFamily="34" charset="-120"/>
              </a:rPr>
              <a:t>7주차</a:t>
            </a:r>
            <a:endParaRPr lang="ko-KR" sz="2000" dirty="0"/>
          </a:p>
        </p:txBody>
      </p:sp>
      <p:sp>
        <p:nvSpPr>
          <p:cNvPr id="12" name="Text 10"/>
          <p:cNvSpPr/>
          <p:nvPr/>
        </p:nvSpPr>
        <p:spPr>
          <a:xfrm>
            <a:off x="2350008" y="2478024"/>
            <a:ext cx="8842248" cy="365760"/>
          </a:xfrm>
          <a:prstGeom prst="rect">
            <a:avLst/>
          </a:prstGeom>
          <a:noFill/>
          <a:ln/>
        </p:spPr>
        <p:txBody>
          <a:bodyPr wrap="square" lIns="0" tIns="0" rIns="0" bIns="0" rtlCol="0" anchor="ctr"/>
          <a:lstStyle/>
          <a:p>
            <a:pPr indent="0" marL="0">
              <a:buNone/>
            </a:pPr>
            <a:r>
              <a:rPr lang="ko-KR" altLang="en-US" sz="2200" b="1" dirty="0">
                <a:solidFill>
                  <a:srgbClr val="155E59"/>
                </a:solidFill>
                <a:latin typeface="Noto Sans CJK KR" pitchFamily="34" charset="0"/>
                <a:ea typeface="Noto Sans CJK KR" pitchFamily="34" charset="-122"/>
                <a:cs typeface="Noto Sans CJK KR" pitchFamily="34" charset="-120"/>
              </a:rPr>
              <a:t>개인 기록을 다시 열기</a:t>
            </a:r>
            <a:endParaRPr lang="ko-KR" sz="2200" dirty="0"/>
          </a:p>
        </p:txBody>
      </p:sp>
      <p:sp>
        <p:nvSpPr>
          <p:cNvPr id="13" name="Text 11"/>
          <p:cNvSpPr/>
          <p:nvPr/>
        </p:nvSpPr>
        <p:spPr>
          <a:xfrm>
            <a:off x="2368296" y="2944368"/>
            <a:ext cx="8769096" cy="228600"/>
          </a:xfrm>
          <a:prstGeom prst="rect">
            <a:avLst/>
          </a:prstGeom>
          <a:noFill/>
          <a:ln/>
        </p:spPr>
        <p:txBody>
          <a:bodyPr wrap="square" lIns="0" tIns="0" rIns="0" bIns="0" rtlCol="0" anchor="ctr"/>
          <a:lstStyle/>
          <a:p>
            <a:pPr indent="0" marL="0">
              <a:buNone/>
            </a:pPr>
            <a:r>
              <a:rPr lang="ko-KR" altLang="en-US" sz="1450" dirty="0">
                <a:solidFill>
                  <a:srgbClr val="646C7D"/>
                </a:solidFill>
                <a:latin typeface="Noto Sans CJK KR" pitchFamily="34" charset="0"/>
                <a:ea typeface="Noto Sans CJK KR" pitchFamily="34" charset="-122"/>
                <a:cs typeface="Noto Sans CJK KR" pitchFamily="34" charset="-120"/>
              </a:rPr>
              <a:t>텍스트 저장 · 재접속 · 기존 상담 준비 연결</a:t>
            </a:r>
            <a:endParaRPr lang="ko-KR" sz="1450" dirty="0"/>
          </a:p>
        </p:txBody>
      </p:sp>
      <p:sp>
        <p:nvSpPr>
          <p:cNvPr id="14" name="Shape 12"/>
          <p:cNvSpPr/>
          <p:nvPr/>
        </p:nvSpPr>
        <p:spPr>
          <a:xfrm>
            <a:off x="594360" y="3447288"/>
            <a:ext cx="10991088" cy="950976"/>
          </a:xfrm>
          <a:prstGeom prst="roundRect">
            <a:avLst>
              <a:gd name="adj" fmla="val 12500"/>
            </a:avLst>
          </a:prstGeom>
          <a:solidFill>
            <a:srgbClr val="F7EBE3"/>
          </a:solidFill>
          <a:ln w="10160">
            <a:solidFill>
              <a:srgbClr val="D9E4E0"/>
            </a:solidFill>
            <a:prstDash val="solid"/>
          </a:ln>
        </p:spPr>
      </p:sp>
      <p:sp>
        <p:nvSpPr>
          <p:cNvPr id="15" name="Text 13"/>
          <p:cNvSpPr/>
          <p:nvPr/>
        </p:nvSpPr>
        <p:spPr>
          <a:xfrm>
            <a:off x="859536" y="3730752"/>
            <a:ext cx="1271016" cy="338328"/>
          </a:xfrm>
          <a:prstGeom prst="rect">
            <a:avLst/>
          </a:prstGeom>
          <a:noFill/>
          <a:ln/>
        </p:spPr>
        <p:txBody>
          <a:bodyPr wrap="square" lIns="0" tIns="0" rIns="0" bIns="0" rtlCol="0" anchor="ctr"/>
          <a:lstStyle/>
          <a:p>
            <a:pPr indent="0" marL="0">
              <a:buNone/>
            </a:pPr>
            <a:r>
              <a:rPr lang="ko-KR" altLang="en-US" sz="2000" b="1" dirty="0">
                <a:solidFill>
                  <a:srgbClr val="B96237"/>
                </a:solidFill>
                <a:latin typeface="Noto Sans CJK KR" pitchFamily="34" charset="0"/>
                <a:ea typeface="Noto Sans CJK KR" pitchFamily="34" charset="-122"/>
                <a:cs typeface="Noto Sans CJK KR" pitchFamily="34" charset="-120"/>
              </a:rPr>
              <a:t>8주차</a:t>
            </a:r>
            <a:endParaRPr lang="ko-KR" sz="2000" dirty="0"/>
          </a:p>
        </p:txBody>
      </p:sp>
      <p:sp>
        <p:nvSpPr>
          <p:cNvPr id="16" name="Text 14"/>
          <p:cNvSpPr/>
          <p:nvPr/>
        </p:nvSpPr>
        <p:spPr>
          <a:xfrm>
            <a:off x="2350008" y="3593592"/>
            <a:ext cx="8842248" cy="365760"/>
          </a:xfrm>
          <a:prstGeom prst="rect">
            <a:avLst/>
          </a:prstGeom>
          <a:noFill/>
          <a:ln/>
        </p:spPr>
        <p:txBody>
          <a:bodyPr wrap="square" lIns="0" tIns="0" rIns="0" bIns="0" rtlCol="0" anchor="ctr"/>
          <a:lstStyle/>
          <a:p>
            <a:pPr indent="0" marL="0">
              <a:buNone/>
            </a:pPr>
            <a:r>
              <a:rPr lang="ko-KR" altLang="en-US" sz="2200" b="1" dirty="0">
                <a:solidFill>
                  <a:srgbClr val="B96237"/>
                </a:solidFill>
                <a:latin typeface="Noto Sans CJK KR" pitchFamily="34" charset="0"/>
                <a:ea typeface="Noto Sans CJK KR" pitchFamily="34" charset="-122"/>
                <a:cs typeface="Noto Sans CJK KR" pitchFamily="34" charset="-120"/>
              </a:rPr>
              <a:t>시험 · 발표 없음</a:t>
            </a:r>
            <a:endParaRPr lang="ko-KR" sz="2200" dirty="0"/>
          </a:p>
        </p:txBody>
      </p:sp>
      <p:sp>
        <p:nvSpPr>
          <p:cNvPr id="17" name="Text 15"/>
          <p:cNvSpPr/>
          <p:nvPr/>
        </p:nvSpPr>
        <p:spPr>
          <a:xfrm>
            <a:off x="2368296" y="4059936"/>
            <a:ext cx="8769096" cy="228600"/>
          </a:xfrm>
          <a:prstGeom prst="rect">
            <a:avLst/>
          </a:prstGeom>
          <a:noFill/>
          <a:ln/>
        </p:spPr>
        <p:txBody>
          <a:bodyPr wrap="square" lIns="0" tIns="0" rIns="0" bIns="0" rtlCol="0" anchor="ctr"/>
          <a:lstStyle/>
          <a:p>
            <a:pPr indent="0" marL="0">
              <a:buNone/>
            </a:pPr>
            <a:r>
              <a:rPr lang="ko-KR" altLang="en-US" sz="1450" dirty="0">
                <a:solidFill>
                  <a:srgbClr val="646C7D"/>
                </a:solidFill>
                <a:latin typeface="Noto Sans CJK KR" pitchFamily="34" charset="0"/>
                <a:ea typeface="Noto Sans CJK KR" pitchFamily="34" charset="-122"/>
                <a:cs typeface="Noto Sans CJK KR" pitchFamily="34" charset="-120"/>
              </a:rPr>
              <a:t>개발 여유로 산정하지 않음 · 새 기능 납기 약속 없음</a:t>
            </a:r>
            <a:endParaRPr lang="ko-KR" sz="1450" dirty="0"/>
          </a:p>
        </p:txBody>
      </p:sp>
      <p:sp>
        <p:nvSpPr>
          <p:cNvPr id="18" name="Shape 16"/>
          <p:cNvSpPr/>
          <p:nvPr/>
        </p:nvSpPr>
        <p:spPr>
          <a:xfrm>
            <a:off x="594360" y="4562856"/>
            <a:ext cx="10991088" cy="950976"/>
          </a:xfrm>
          <a:prstGeom prst="roundRect">
            <a:avLst>
              <a:gd name="adj" fmla="val 12500"/>
            </a:avLst>
          </a:prstGeom>
          <a:solidFill>
            <a:srgbClr val="FFFFFF"/>
          </a:solidFill>
          <a:ln w="10160">
            <a:solidFill>
              <a:srgbClr val="D9E4E0"/>
            </a:solidFill>
            <a:prstDash val="solid"/>
          </a:ln>
        </p:spPr>
      </p:sp>
      <p:sp>
        <p:nvSpPr>
          <p:cNvPr id="19" name="Text 17"/>
          <p:cNvSpPr/>
          <p:nvPr/>
        </p:nvSpPr>
        <p:spPr>
          <a:xfrm>
            <a:off x="859536" y="4846320"/>
            <a:ext cx="1271016" cy="338328"/>
          </a:xfrm>
          <a:prstGeom prst="rect">
            <a:avLst/>
          </a:prstGeom>
          <a:noFill/>
          <a:ln/>
        </p:spPr>
        <p:txBody>
          <a:bodyPr wrap="square" lIns="0" tIns="0" rIns="0" bIns="0" rtlCol="0" anchor="ctr"/>
          <a:lstStyle/>
          <a:p>
            <a:pPr indent="0" marL="0">
              <a:buNone/>
            </a:pPr>
            <a:r>
              <a:rPr lang="ko-KR" altLang="en-US" sz="2000" b="1" dirty="0">
                <a:solidFill>
                  <a:srgbClr val="202A3E"/>
                </a:solidFill>
                <a:latin typeface="Noto Sans CJK KR" pitchFamily="34" charset="0"/>
                <a:ea typeface="Noto Sans CJK KR" pitchFamily="34" charset="-122"/>
                <a:cs typeface="Noto Sans CJK KR" pitchFamily="34" charset="-120"/>
              </a:rPr>
              <a:t>이후 후보</a:t>
            </a:r>
            <a:endParaRPr lang="ko-KR" sz="2000" dirty="0"/>
          </a:p>
        </p:txBody>
      </p:sp>
      <p:sp>
        <p:nvSpPr>
          <p:cNvPr id="20" name="Text 18"/>
          <p:cNvSpPr/>
          <p:nvPr/>
        </p:nvSpPr>
        <p:spPr>
          <a:xfrm>
            <a:off x="2350008" y="4709160"/>
            <a:ext cx="8842248" cy="365760"/>
          </a:xfrm>
          <a:prstGeom prst="rect">
            <a:avLst/>
          </a:prstGeom>
          <a:noFill/>
          <a:ln/>
        </p:spPr>
        <p:txBody>
          <a:bodyPr wrap="square" lIns="0" tIns="0" rIns="0" bIns="0" rtlCol="0" anchor="ctr"/>
          <a:lstStyle/>
          <a:p>
            <a:pPr indent="0" marL="0">
              <a:buNone/>
            </a:pPr>
            <a:r>
              <a:rPr lang="ko-KR" altLang="en-US" sz="2200" b="1" dirty="0">
                <a:solidFill>
                  <a:srgbClr val="202A3E"/>
                </a:solidFill>
                <a:latin typeface="Noto Sans CJK KR" pitchFamily="34" charset="0"/>
                <a:ea typeface="Noto Sans CJK KR" pitchFamily="34" charset="-122"/>
                <a:cs typeface="Noto Sans CJK KR" pitchFamily="34" charset="-120"/>
              </a:rPr>
              <a:t>실제 프로필과 HTTP 상담</a:t>
            </a:r>
            <a:endParaRPr lang="ko-KR" sz="2200" dirty="0"/>
          </a:p>
        </p:txBody>
      </p:sp>
      <p:sp>
        <p:nvSpPr>
          <p:cNvPr id="21" name="Text 19"/>
          <p:cNvSpPr/>
          <p:nvPr/>
        </p:nvSpPr>
        <p:spPr>
          <a:xfrm>
            <a:off x="2368296" y="5175504"/>
            <a:ext cx="8769096" cy="228600"/>
          </a:xfrm>
          <a:prstGeom prst="rect">
            <a:avLst/>
          </a:prstGeom>
          <a:noFill/>
          <a:ln/>
        </p:spPr>
        <p:txBody>
          <a:bodyPr wrap="square" lIns="0" tIns="0" rIns="0" bIns="0" rtlCol="0" anchor="ctr"/>
          <a:lstStyle/>
          <a:p>
            <a:pPr indent="0" marL="0">
              <a:buNone/>
            </a:pPr>
            <a:r>
              <a:rPr lang="ko-KR" altLang="en-US" sz="1450" dirty="0">
                <a:solidFill>
                  <a:srgbClr val="646C7D"/>
                </a:solidFill>
                <a:latin typeface="Noto Sans CJK KR" pitchFamily="34" charset="0"/>
                <a:ea typeface="Noto Sans CJK KR" pitchFamily="34" charset="-122"/>
                <a:cs typeface="Noto Sans CJK KR" pitchFamily="34" charset="-120"/>
              </a:rPr>
              <a:t>선택 자료 전송 → 디자이너 답변 → 이력 재열람</a:t>
            </a:r>
            <a:endParaRPr lang="ko-KR" sz="1450" dirty="0"/>
          </a:p>
        </p:txBody>
      </p:sp>
      <p:sp>
        <p:nvSpPr>
          <p:cNvPr id="22" name="Text 20"/>
          <p:cNvSpPr/>
          <p:nvPr/>
        </p:nvSpPr>
        <p:spPr>
          <a:xfrm>
            <a:off x="713232" y="5824728"/>
            <a:ext cx="10789920" cy="365760"/>
          </a:xfrm>
          <a:prstGeom prst="rect">
            <a:avLst/>
          </a:prstGeom>
          <a:noFill/>
          <a:ln/>
        </p:spPr>
        <p:txBody>
          <a:bodyPr wrap="square" lIns="0" tIns="0" rIns="0" bIns="0" rtlCol="0" anchor="ctr"/>
          <a:lstStyle/>
          <a:p>
            <a:pPr indent="0" marL="0">
              <a:buNone/>
            </a:pPr>
            <a:r>
              <a:rPr lang="ko-KR" altLang="en-US" sz="1700" b="1" dirty="0">
                <a:solidFill>
                  <a:srgbClr val="155E59"/>
                </a:solidFill>
                <a:latin typeface="Noto Sans CJK KR" pitchFamily="34" charset="0"/>
                <a:ea typeface="Noto Sans CJK KR" pitchFamily="34" charset="-122"/>
                <a:cs typeface="Noto Sans CJK KR" pitchFamily="34" charset="-120"/>
              </a:rPr>
              <a:t>현재 화면 흐름 확인 → 저장 연결 후 재검증 → 두 계정 왕복 상담 확인</a:t>
            </a:r>
            <a:endParaRPr lang="ko-KR" sz="17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Noto Sans CJK KR"/>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Noto Sans CJK KR"/>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6</Slides>
  <Notes>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vt:i4>
      </vt:variant>
    </vt:vector>
  </HeadingPairs>
  <TitlesOfParts>
    <vt:vector size="9" baseType="lpstr">
      <vt:lpstr>Arial</vt:lpstr>
      <vt:lpstr>Calibri</vt:lpstr>
      <vt:lpstr>Office Theme</vt:lpstr>
      <vt:lpstr>Slide 1</vt:lpstr>
      <vt:lpstr>Slide 2</vt:lpstr>
      <vt:lpstr>Slide 3</vt:lpstr>
      <vt:lpstr>Slide 4</vt:lpstr>
      <vt:lpstr>Slide 5</vt:lpstr>
      <vt:lpstr>Slide 6</vt:lpstr>
    </vt:vector>
  </TitlesOfParts>
  <Company>SALU</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SALU 7주차 발표 예시안</dc:title>
  <dc:subject>현재 구현과 기기 보관 방향을 구분한 검증 전 7주차 발표 예시안</dc:subject>
  <dc:creator>SALU</dc:creator>
  <cp:lastModifiedBy>SALU</cp:lastModifiedBy>
  <cp:revision>1</cp:revision>
  <dcterms:created xsi:type="dcterms:W3CDTF">2026-10-10T11:24:31Z</dcterms:created>
  <dcterms:modified xsi:type="dcterms:W3CDTF">2026-10-10T11:24:31Z</dcterms:modified>
</cp:coreProperties>
</file>